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4" r:id="rId7"/>
    <p:sldId id="266" r:id="rId8"/>
    <p:sldId id="265" r:id="rId9"/>
    <p:sldId id="261" r:id="rId10"/>
    <p:sldId id="262" r:id="rId11"/>
    <p:sldId id="263" r:id="rId12"/>
  </p:sldIdLst>
  <p:sldSz cx="16256000" cy="9144000"/>
  <p:notesSz cx="9144000" cy="16256000"/>
  <p:embeddedFontLst>
    <p:embeddedFont>
      <p:font typeface="微软雅黑" panose="020B0503020204020204" pitchFamily="34" charset="-122"/>
      <p:regular r:id="rId14"/>
      <p:bold r:id="rId15"/>
    </p:embeddedFont>
    <p:embeddedFont>
      <p:font typeface="Hedvig Letters Sans" panose="020B0604020202020204" charset="0"/>
      <p:regular r:id="rId16"/>
    </p:embeddedFont>
    <p:embeddedFont>
      <p:font typeface="Liter" panose="020B0604020202020204" charset="0"/>
      <p:regular r:id="rId17"/>
    </p:embeddedFont>
    <p:embeddedFont>
      <p:font typeface="Quattrocento Sans" panose="020B0502050000020003" pitchFamily="34" charset="0"/>
      <p:regular r:id="rId18"/>
      <p:bold r:id="rId19"/>
      <p:italic r:id="rId20"/>
      <p:boldItalic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6EC5A5-1EFE-6E2F-E1D1-453E921DEFA1}" v="55" dt="2025-12-25T19:59:30.425"/>
    <p1510:client id="{BDD0AD4C-EF54-4ADE-EA61-34ACC13D9E0A}" v="101" dt="2025-12-25T13:14:55.5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8143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8143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5E3112-E896-4ACF-B85B-134832555181}" type="datetimeFigureOut">
              <a:t>12/25/2025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304800" y="2032000"/>
            <a:ext cx="9753600" cy="5486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7823200"/>
            <a:ext cx="7315200" cy="6400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5441613"/>
            <a:ext cx="3962400" cy="8143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15441613"/>
            <a:ext cx="3962400" cy="8143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92C309-5630-42E7-8BDF-88DF82D5849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6573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CodeBreaker-03" TargetMode="External"/><Relationship Id="rId5" Type="http://schemas.openxmlformats.org/officeDocument/2006/relationships/hyperlink" Target="https://github.com/mazenibrahem2001-cloud" TargetMode="External"/><Relationship Id="rId4" Type="http://schemas.openxmlformats.org/officeDocument/2006/relationships/hyperlink" Target="https://github.com/kbakhtiyari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8793a9152d6f16740eb240d4c95107469f3413b6.jpg"/>
          <p:cNvPicPr>
            <a:picLocks noChangeAspect="1"/>
          </p:cNvPicPr>
          <p:nvPr/>
        </p:nvPicPr>
        <p:blipFill>
          <a:blip r:embed="rId3">
            <a:alphaModFix amt="40000"/>
          </a:blip>
          <a:srcRect l="18" r="18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38012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202C">
                  <a:alpha val="95000"/>
                </a:srgbClr>
              </a:gs>
              <a:gs pos="50000">
                <a:srgbClr val="1A202C">
                  <a:alpha val="90000"/>
                </a:srgbClr>
              </a:gs>
              <a:gs pos="100000">
                <a:srgbClr val="4FD1C5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14350" y="514350"/>
            <a:ext cx="5397500" cy="571500"/>
          </a:xfrm>
          <a:custGeom>
            <a:avLst/>
            <a:gdLst/>
            <a:ahLst/>
            <a:cxnLst/>
            <a:rect l="l" t="t" r="r" b="b"/>
            <a:pathLst>
              <a:path w="5397500" h="571500">
                <a:moveTo>
                  <a:pt x="101601" y="0"/>
                </a:moveTo>
                <a:lnTo>
                  <a:pt x="5295899" y="0"/>
                </a:lnTo>
                <a:cubicBezTo>
                  <a:pt x="5352012" y="0"/>
                  <a:pt x="5397500" y="45488"/>
                  <a:pt x="5397500" y="101601"/>
                </a:cubicBezTo>
                <a:lnTo>
                  <a:pt x="5397500" y="469899"/>
                </a:lnTo>
                <a:cubicBezTo>
                  <a:pt x="5397500" y="526012"/>
                  <a:pt x="5352012" y="571500"/>
                  <a:pt x="5295899" y="571500"/>
                </a:cubicBezTo>
                <a:lnTo>
                  <a:pt x="101601" y="571500"/>
                </a:lnTo>
                <a:cubicBezTo>
                  <a:pt x="45488" y="571500"/>
                  <a:pt x="0" y="526012"/>
                  <a:pt x="0" y="469899"/>
                </a:cubicBezTo>
                <a:lnTo>
                  <a:pt x="0" y="101601"/>
                </a:lnTo>
                <a:cubicBezTo>
                  <a:pt x="0" y="45488"/>
                  <a:pt x="45488" y="0"/>
                  <a:pt x="101601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 w="12700">
            <a:solidFill>
              <a:srgbClr val="4FD1C5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74700" y="666750"/>
            <a:ext cx="499469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kern="0" spc="180">
                <a:solidFill>
                  <a:srgbClr val="4FD1C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INTERNET OF THINGS &amp; DATA SCIENCE</a:t>
            </a:r>
            <a:endParaRPr lang="en-US" sz="1600"/>
          </a:p>
        </p:txBody>
      </p:sp>
      <p:sp>
        <p:nvSpPr>
          <p:cNvPr id="6" name="Text 3"/>
          <p:cNvSpPr/>
          <p:nvPr/>
        </p:nvSpPr>
        <p:spPr>
          <a:xfrm>
            <a:off x="508000" y="1397000"/>
            <a:ext cx="15697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>
                <a:solidFill>
                  <a:srgbClr val="E2E8F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Global Climate Data</a:t>
            </a:r>
            <a:endParaRPr lang="en-US" sz="1600"/>
          </a:p>
          <a:p>
            <a:pPr>
              <a:lnSpc>
                <a:spcPct val="100000"/>
              </a:lnSpc>
            </a:pPr>
            <a:r>
              <a:rPr lang="en-US" sz="7200" b="1">
                <a:solidFill>
                  <a:srgbClr val="E2E8F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IoT Platform</a:t>
            </a:r>
            <a:endParaRPr lang="en-US" sz="1600"/>
          </a:p>
        </p:txBody>
      </p:sp>
      <p:sp>
        <p:nvSpPr>
          <p:cNvPr id="7" name="Shape 4"/>
          <p:cNvSpPr/>
          <p:nvPr/>
        </p:nvSpPr>
        <p:spPr>
          <a:xfrm>
            <a:off x="508000" y="3886200"/>
            <a:ext cx="2032000" cy="76200"/>
          </a:xfrm>
          <a:custGeom>
            <a:avLst/>
            <a:gdLst/>
            <a:ahLst/>
            <a:cxnLst/>
            <a:rect l="l" t="t" r="r" b="b"/>
            <a:pathLst>
              <a:path w="2032000" h="76200">
                <a:moveTo>
                  <a:pt x="0" y="0"/>
                </a:moveTo>
                <a:lnTo>
                  <a:pt x="2032000" y="0"/>
                </a:lnTo>
                <a:lnTo>
                  <a:pt x="20320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8" name="Text 5"/>
          <p:cNvSpPr/>
          <p:nvPr/>
        </p:nvSpPr>
        <p:spPr>
          <a:xfrm>
            <a:off x="508000" y="42672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Forecasting Daily Temperature Using Machine Learning</a:t>
            </a:r>
            <a:endParaRPr lang="en-US" sz="1600"/>
          </a:p>
        </p:txBody>
      </p:sp>
      <p:sp>
        <p:nvSpPr>
          <p:cNvPr id="9" name="Shape 6"/>
          <p:cNvSpPr/>
          <p:nvPr/>
        </p:nvSpPr>
        <p:spPr>
          <a:xfrm>
            <a:off x="533400" y="5384800"/>
            <a:ext cx="4851400" cy="2616200"/>
          </a:xfrm>
          <a:custGeom>
            <a:avLst/>
            <a:gdLst/>
            <a:ahLst/>
            <a:cxnLst/>
            <a:rect l="l" t="t" r="r" b="b"/>
            <a:pathLst>
              <a:path w="4851400" h="2616200">
                <a:moveTo>
                  <a:pt x="50800" y="0"/>
                </a:moveTo>
                <a:lnTo>
                  <a:pt x="4699006" y="0"/>
                </a:lnTo>
                <a:cubicBezTo>
                  <a:pt x="4783171" y="0"/>
                  <a:pt x="4851400" y="68229"/>
                  <a:pt x="4851400" y="152394"/>
                </a:cubicBezTo>
                <a:lnTo>
                  <a:pt x="4851400" y="2463806"/>
                </a:lnTo>
                <a:cubicBezTo>
                  <a:pt x="4851400" y="2547971"/>
                  <a:pt x="4783171" y="2616200"/>
                  <a:pt x="4699006" y="2616200"/>
                </a:cubicBezTo>
                <a:lnTo>
                  <a:pt x="50800" y="2616200"/>
                </a:lnTo>
                <a:cubicBezTo>
                  <a:pt x="22763" y="2616200"/>
                  <a:pt x="0" y="2593437"/>
                  <a:pt x="0" y="2565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D3748">
              <a:alpha val="70196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533400" y="5384800"/>
            <a:ext cx="50800" cy="2616200"/>
          </a:xfrm>
          <a:custGeom>
            <a:avLst/>
            <a:gdLst/>
            <a:ahLst/>
            <a:cxnLst/>
            <a:rect l="l" t="t" r="r" b="b"/>
            <a:pathLst>
              <a:path w="50800" h="2616200">
                <a:moveTo>
                  <a:pt x="50800" y="0"/>
                </a:moveTo>
                <a:lnTo>
                  <a:pt x="50800" y="0"/>
                </a:lnTo>
                <a:lnTo>
                  <a:pt x="50800" y="2616200"/>
                </a:lnTo>
                <a:lnTo>
                  <a:pt x="50800" y="2616200"/>
                </a:lnTo>
                <a:cubicBezTo>
                  <a:pt x="22763" y="2616200"/>
                  <a:pt x="0" y="2593437"/>
                  <a:pt x="0" y="2565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11" name="Shape 8"/>
          <p:cNvSpPr/>
          <p:nvPr/>
        </p:nvSpPr>
        <p:spPr>
          <a:xfrm>
            <a:off x="812800" y="5638800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>
                <a:moveTo>
                  <a:pt x="190500" y="9525"/>
                </a:moveTo>
                <a:cubicBezTo>
                  <a:pt x="224670" y="9525"/>
                  <a:pt x="252413" y="37267"/>
                  <a:pt x="252413" y="71438"/>
                </a:cubicBezTo>
                <a:cubicBezTo>
                  <a:pt x="252413" y="105608"/>
                  <a:pt x="224670" y="133350"/>
                  <a:pt x="190500" y="133350"/>
                </a:cubicBezTo>
                <a:cubicBezTo>
                  <a:pt x="156330" y="133350"/>
                  <a:pt x="128588" y="105608"/>
                  <a:pt x="128588" y="71438"/>
                </a:cubicBezTo>
                <a:cubicBezTo>
                  <a:pt x="128588" y="37267"/>
                  <a:pt x="156330" y="9525"/>
                  <a:pt x="190500" y="9525"/>
                </a:cubicBezTo>
                <a:close/>
                <a:moveTo>
                  <a:pt x="57150" y="52388"/>
                </a:moveTo>
                <a:cubicBezTo>
                  <a:pt x="80806" y="52388"/>
                  <a:pt x="100013" y="71594"/>
                  <a:pt x="100013" y="95250"/>
                </a:cubicBezTo>
                <a:cubicBezTo>
                  <a:pt x="100013" y="118906"/>
                  <a:pt x="80806" y="138113"/>
                  <a:pt x="57150" y="138113"/>
                </a:cubicBezTo>
                <a:cubicBezTo>
                  <a:pt x="33494" y="138113"/>
                  <a:pt x="14288" y="118906"/>
                  <a:pt x="14288" y="95250"/>
                </a:cubicBezTo>
                <a:cubicBezTo>
                  <a:pt x="14288" y="71594"/>
                  <a:pt x="33494" y="52388"/>
                  <a:pt x="57150" y="52388"/>
                </a:cubicBezTo>
                <a:close/>
                <a:moveTo>
                  <a:pt x="0" y="247650"/>
                </a:moveTo>
                <a:cubicBezTo>
                  <a:pt x="0" y="205561"/>
                  <a:pt x="34111" y="171450"/>
                  <a:pt x="76200" y="171450"/>
                </a:cubicBezTo>
                <a:cubicBezTo>
                  <a:pt x="83820" y="171450"/>
                  <a:pt x="91202" y="172581"/>
                  <a:pt x="98167" y="174665"/>
                </a:cubicBezTo>
                <a:cubicBezTo>
                  <a:pt x="78581" y="196572"/>
                  <a:pt x="66675" y="225504"/>
                  <a:pt x="66675" y="257175"/>
                </a:cubicBezTo>
                <a:lnTo>
                  <a:pt x="66675" y="266700"/>
                </a:lnTo>
                <a:cubicBezTo>
                  <a:pt x="66675" y="273487"/>
                  <a:pt x="68104" y="279916"/>
                  <a:pt x="70664" y="285750"/>
                </a:cubicBezTo>
                <a:lnTo>
                  <a:pt x="19050" y="285750"/>
                </a:lnTo>
                <a:cubicBezTo>
                  <a:pt x="8513" y="285750"/>
                  <a:pt x="0" y="277237"/>
                  <a:pt x="0" y="266700"/>
                </a:cubicBezTo>
                <a:lnTo>
                  <a:pt x="0" y="247650"/>
                </a:lnTo>
                <a:close/>
                <a:moveTo>
                  <a:pt x="310336" y="285750"/>
                </a:moveTo>
                <a:cubicBezTo>
                  <a:pt x="312896" y="279916"/>
                  <a:pt x="314325" y="273487"/>
                  <a:pt x="314325" y="266700"/>
                </a:cubicBezTo>
                <a:lnTo>
                  <a:pt x="314325" y="257175"/>
                </a:lnTo>
                <a:cubicBezTo>
                  <a:pt x="314325" y="225504"/>
                  <a:pt x="302419" y="196572"/>
                  <a:pt x="282833" y="174665"/>
                </a:cubicBezTo>
                <a:cubicBezTo>
                  <a:pt x="289798" y="172581"/>
                  <a:pt x="297180" y="171450"/>
                  <a:pt x="304800" y="171450"/>
                </a:cubicBezTo>
                <a:cubicBezTo>
                  <a:pt x="346889" y="171450"/>
                  <a:pt x="381000" y="205561"/>
                  <a:pt x="381000" y="247650"/>
                </a:cubicBezTo>
                <a:lnTo>
                  <a:pt x="381000" y="266700"/>
                </a:lnTo>
                <a:cubicBezTo>
                  <a:pt x="381000" y="277237"/>
                  <a:pt x="372487" y="285750"/>
                  <a:pt x="361950" y="285750"/>
                </a:cubicBezTo>
                <a:lnTo>
                  <a:pt x="310336" y="285750"/>
                </a:lnTo>
                <a:close/>
                <a:moveTo>
                  <a:pt x="280987" y="95250"/>
                </a:moveTo>
                <a:cubicBezTo>
                  <a:pt x="280987" y="71594"/>
                  <a:pt x="300194" y="52388"/>
                  <a:pt x="323850" y="52388"/>
                </a:cubicBezTo>
                <a:cubicBezTo>
                  <a:pt x="347506" y="52388"/>
                  <a:pt x="366712" y="71594"/>
                  <a:pt x="366712" y="95250"/>
                </a:cubicBezTo>
                <a:cubicBezTo>
                  <a:pt x="366712" y="118906"/>
                  <a:pt x="347506" y="138113"/>
                  <a:pt x="323850" y="138113"/>
                </a:cubicBezTo>
                <a:cubicBezTo>
                  <a:pt x="300194" y="138113"/>
                  <a:pt x="280987" y="118906"/>
                  <a:pt x="280987" y="95250"/>
                </a:cubicBezTo>
                <a:close/>
                <a:moveTo>
                  <a:pt x="95250" y="257175"/>
                </a:moveTo>
                <a:cubicBezTo>
                  <a:pt x="95250" y="204549"/>
                  <a:pt x="137874" y="161925"/>
                  <a:pt x="190500" y="161925"/>
                </a:cubicBezTo>
                <a:cubicBezTo>
                  <a:pt x="243126" y="161925"/>
                  <a:pt x="285750" y="204549"/>
                  <a:pt x="285750" y="257175"/>
                </a:cubicBezTo>
                <a:lnTo>
                  <a:pt x="285750" y="266700"/>
                </a:lnTo>
                <a:cubicBezTo>
                  <a:pt x="285750" y="277237"/>
                  <a:pt x="277237" y="285750"/>
                  <a:pt x="266700" y="285750"/>
                </a:cubicBezTo>
                <a:lnTo>
                  <a:pt x="114300" y="285750"/>
                </a:lnTo>
                <a:cubicBezTo>
                  <a:pt x="103763" y="285750"/>
                  <a:pt x="95250" y="277237"/>
                  <a:pt x="95250" y="266700"/>
                </a:cubicBezTo>
                <a:lnTo>
                  <a:pt x="95250" y="257175"/>
                </a:ln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12" name="Text 9"/>
          <p:cNvSpPr/>
          <p:nvPr/>
        </p:nvSpPr>
        <p:spPr>
          <a:xfrm>
            <a:off x="1346200" y="5664200"/>
            <a:ext cx="1041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kern="0" spc="7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Students</a:t>
            </a:r>
            <a:endParaRPr lang="en-US" sz="1600"/>
          </a:p>
        </p:txBody>
      </p:sp>
      <p:sp>
        <p:nvSpPr>
          <p:cNvPr id="13" name="Text 10"/>
          <p:cNvSpPr/>
          <p:nvPr/>
        </p:nvSpPr>
        <p:spPr>
          <a:xfrm>
            <a:off x="812800" y="6096000"/>
            <a:ext cx="44196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251023227 - Khud Bakhtiyar Iqbal Sofi</a:t>
            </a:r>
            <a:endParaRPr lang="en-US" sz="1600"/>
          </a:p>
        </p:txBody>
      </p:sp>
      <p:sp>
        <p:nvSpPr>
          <p:cNvPr id="14" name="Text 11"/>
          <p:cNvSpPr/>
          <p:nvPr/>
        </p:nvSpPr>
        <p:spPr>
          <a:xfrm>
            <a:off x="812800" y="6426200"/>
            <a:ext cx="44196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>
                <a:solidFill>
                  <a:srgbClr val="E2E8F0"/>
                </a:solidFill>
                <a:latin typeface="Quattrocento Sans"/>
                <a:ea typeface="Quattrocento Sans" pitchFamily="34" charset="-122"/>
                <a:cs typeface="Quattrocento Sans" pitchFamily="34" charset="-120"/>
              </a:rPr>
              <a:t>251023202 - Mazen Ibrahim Awad Abdelhamid</a:t>
            </a:r>
            <a:endParaRPr lang="en-US" sz="1600">
              <a:latin typeface="Quattrocento Sans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812800" y="7086600"/>
            <a:ext cx="44196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251023217 - Abdulrahman Ahmed Mubarak Bakouban</a:t>
            </a:r>
            <a:endParaRPr lang="en-US" sz="1600"/>
          </a:p>
        </p:txBody>
      </p:sp>
      <p:sp>
        <p:nvSpPr>
          <p:cNvPr id="16" name="Shape 13"/>
          <p:cNvSpPr/>
          <p:nvPr/>
        </p:nvSpPr>
        <p:spPr>
          <a:xfrm>
            <a:off x="5715000" y="5384800"/>
            <a:ext cx="4851400" cy="2616200"/>
          </a:xfrm>
          <a:custGeom>
            <a:avLst/>
            <a:gdLst/>
            <a:ahLst/>
            <a:cxnLst/>
            <a:rect l="l" t="t" r="r" b="b"/>
            <a:pathLst>
              <a:path w="4851400" h="2616200">
                <a:moveTo>
                  <a:pt x="50800" y="0"/>
                </a:moveTo>
                <a:lnTo>
                  <a:pt x="4699006" y="0"/>
                </a:lnTo>
                <a:cubicBezTo>
                  <a:pt x="4783171" y="0"/>
                  <a:pt x="4851400" y="68229"/>
                  <a:pt x="4851400" y="152394"/>
                </a:cubicBezTo>
                <a:lnTo>
                  <a:pt x="4851400" y="2463806"/>
                </a:lnTo>
                <a:cubicBezTo>
                  <a:pt x="4851400" y="2547971"/>
                  <a:pt x="4783171" y="2616200"/>
                  <a:pt x="4699006" y="2616200"/>
                </a:cubicBezTo>
                <a:lnTo>
                  <a:pt x="50800" y="2616200"/>
                </a:lnTo>
                <a:cubicBezTo>
                  <a:pt x="22763" y="2616200"/>
                  <a:pt x="0" y="2593437"/>
                  <a:pt x="0" y="2565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D3748">
              <a:alpha val="70196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5715000" y="5384800"/>
            <a:ext cx="50800" cy="2616200"/>
          </a:xfrm>
          <a:custGeom>
            <a:avLst/>
            <a:gdLst/>
            <a:ahLst/>
            <a:cxnLst/>
            <a:rect l="l" t="t" r="r" b="b"/>
            <a:pathLst>
              <a:path w="50800" h="2616200">
                <a:moveTo>
                  <a:pt x="50800" y="0"/>
                </a:moveTo>
                <a:lnTo>
                  <a:pt x="50800" y="0"/>
                </a:lnTo>
                <a:lnTo>
                  <a:pt x="50800" y="2616200"/>
                </a:lnTo>
                <a:lnTo>
                  <a:pt x="50800" y="2616200"/>
                </a:lnTo>
                <a:cubicBezTo>
                  <a:pt x="22763" y="2616200"/>
                  <a:pt x="0" y="2593437"/>
                  <a:pt x="0" y="2565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18" name="Shape 15"/>
          <p:cNvSpPr/>
          <p:nvPr/>
        </p:nvSpPr>
        <p:spPr>
          <a:xfrm>
            <a:off x="5994400" y="5638800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>
                <a:moveTo>
                  <a:pt x="76200" y="57150"/>
                </a:moveTo>
                <a:cubicBezTo>
                  <a:pt x="76200" y="36135"/>
                  <a:pt x="93285" y="19050"/>
                  <a:pt x="114300" y="19050"/>
                </a:cubicBezTo>
                <a:lnTo>
                  <a:pt x="323850" y="19050"/>
                </a:lnTo>
                <a:cubicBezTo>
                  <a:pt x="344865" y="19050"/>
                  <a:pt x="361950" y="36135"/>
                  <a:pt x="361950" y="57150"/>
                </a:cubicBezTo>
                <a:lnTo>
                  <a:pt x="361950" y="200025"/>
                </a:lnTo>
                <a:lnTo>
                  <a:pt x="304800" y="200025"/>
                </a:lnTo>
                <a:lnTo>
                  <a:pt x="304800" y="190500"/>
                </a:lnTo>
                <a:cubicBezTo>
                  <a:pt x="304800" y="179963"/>
                  <a:pt x="296287" y="171450"/>
                  <a:pt x="285750" y="171450"/>
                </a:cubicBezTo>
                <a:lnTo>
                  <a:pt x="247650" y="171450"/>
                </a:lnTo>
                <a:cubicBezTo>
                  <a:pt x="237113" y="171450"/>
                  <a:pt x="228600" y="179963"/>
                  <a:pt x="228600" y="190500"/>
                </a:cubicBezTo>
                <a:lnTo>
                  <a:pt x="228600" y="200025"/>
                </a:lnTo>
                <a:lnTo>
                  <a:pt x="151745" y="200025"/>
                </a:lnTo>
                <a:cubicBezTo>
                  <a:pt x="158234" y="188833"/>
                  <a:pt x="161925" y="175796"/>
                  <a:pt x="161925" y="161925"/>
                </a:cubicBezTo>
                <a:cubicBezTo>
                  <a:pt x="161925" y="119836"/>
                  <a:pt x="127814" y="85725"/>
                  <a:pt x="85725" y="85725"/>
                </a:cubicBezTo>
                <a:cubicBezTo>
                  <a:pt x="82510" y="85725"/>
                  <a:pt x="79296" y="85904"/>
                  <a:pt x="76200" y="86320"/>
                </a:cubicBezTo>
                <a:lnTo>
                  <a:pt x="76200" y="57150"/>
                </a:lnTo>
                <a:close/>
                <a:moveTo>
                  <a:pt x="198239" y="266700"/>
                </a:moveTo>
                <a:cubicBezTo>
                  <a:pt x="195203" y="252293"/>
                  <a:pt x="188535" y="239256"/>
                  <a:pt x="179130" y="228600"/>
                </a:cubicBezTo>
                <a:lnTo>
                  <a:pt x="361950" y="228600"/>
                </a:lnTo>
                <a:cubicBezTo>
                  <a:pt x="361950" y="249615"/>
                  <a:pt x="344865" y="266700"/>
                  <a:pt x="323850" y="266700"/>
                </a:cubicBezTo>
                <a:lnTo>
                  <a:pt x="198239" y="266700"/>
                </a:lnTo>
                <a:close/>
                <a:moveTo>
                  <a:pt x="38100" y="161925"/>
                </a:moveTo>
                <a:cubicBezTo>
                  <a:pt x="38100" y="135640"/>
                  <a:pt x="59440" y="114300"/>
                  <a:pt x="85725" y="114300"/>
                </a:cubicBezTo>
                <a:cubicBezTo>
                  <a:pt x="112010" y="114300"/>
                  <a:pt x="133350" y="135640"/>
                  <a:pt x="133350" y="161925"/>
                </a:cubicBezTo>
                <a:cubicBezTo>
                  <a:pt x="133350" y="188210"/>
                  <a:pt x="112010" y="209550"/>
                  <a:pt x="85725" y="209550"/>
                </a:cubicBezTo>
                <a:cubicBezTo>
                  <a:pt x="59440" y="209550"/>
                  <a:pt x="38100" y="188210"/>
                  <a:pt x="38100" y="161925"/>
                </a:cubicBezTo>
                <a:close/>
                <a:moveTo>
                  <a:pt x="0" y="285750"/>
                </a:moveTo>
                <a:cubicBezTo>
                  <a:pt x="0" y="254198"/>
                  <a:pt x="25598" y="228600"/>
                  <a:pt x="57150" y="228600"/>
                </a:cubicBezTo>
                <a:lnTo>
                  <a:pt x="114300" y="228600"/>
                </a:lnTo>
                <a:cubicBezTo>
                  <a:pt x="145852" y="228600"/>
                  <a:pt x="171450" y="254198"/>
                  <a:pt x="171450" y="285750"/>
                </a:cubicBezTo>
                <a:cubicBezTo>
                  <a:pt x="171450" y="296287"/>
                  <a:pt x="162937" y="304800"/>
                  <a:pt x="152400" y="304800"/>
                </a:cubicBezTo>
                <a:lnTo>
                  <a:pt x="19050" y="304800"/>
                </a:lnTo>
                <a:cubicBezTo>
                  <a:pt x="8513" y="304800"/>
                  <a:pt x="0" y="296287"/>
                  <a:pt x="0" y="285750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19" name="Text 16"/>
          <p:cNvSpPr/>
          <p:nvPr/>
        </p:nvSpPr>
        <p:spPr>
          <a:xfrm>
            <a:off x="6527800" y="5664200"/>
            <a:ext cx="2247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kern="0" spc="7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Course &amp; Instructor</a:t>
            </a:r>
            <a:endParaRPr lang="en-US" sz="1600"/>
          </a:p>
        </p:txBody>
      </p:sp>
      <p:sp>
        <p:nvSpPr>
          <p:cNvPr id="20" name="Text 17"/>
          <p:cNvSpPr/>
          <p:nvPr/>
        </p:nvSpPr>
        <p:spPr>
          <a:xfrm>
            <a:off x="5994400" y="6096000"/>
            <a:ext cx="44196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Course:</a:t>
            </a:r>
            <a:r>
              <a:rPr lang="en-US" sz="160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Internet of Things and Applied Data Science</a:t>
            </a:r>
            <a:endParaRPr lang="en-US" sz="1600"/>
          </a:p>
        </p:txBody>
      </p:sp>
      <p:sp>
        <p:nvSpPr>
          <p:cNvPr id="21" name="Text 18"/>
          <p:cNvSpPr/>
          <p:nvPr/>
        </p:nvSpPr>
        <p:spPr>
          <a:xfrm>
            <a:off x="5994400" y="6858000"/>
            <a:ext cx="44196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Instructor:</a:t>
            </a:r>
            <a:r>
              <a:rPr lang="en-US" sz="160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Dr. Mehmet Ali Akyol</a:t>
            </a:r>
            <a:endParaRPr lang="en-US" sz="1600"/>
          </a:p>
        </p:txBody>
      </p:sp>
      <p:sp>
        <p:nvSpPr>
          <p:cNvPr id="22" name="Shape 19"/>
          <p:cNvSpPr/>
          <p:nvPr/>
        </p:nvSpPr>
        <p:spPr>
          <a:xfrm>
            <a:off x="10896600" y="5384800"/>
            <a:ext cx="4851400" cy="2616200"/>
          </a:xfrm>
          <a:custGeom>
            <a:avLst/>
            <a:gdLst/>
            <a:ahLst/>
            <a:cxnLst/>
            <a:rect l="l" t="t" r="r" b="b"/>
            <a:pathLst>
              <a:path w="4851400" h="2616200">
                <a:moveTo>
                  <a:pt x="50800" y="0"/>
                </a:moveTo>
                <a:lnTo>
                  <a:pt x="4699006" y="0"/>
                </a:lnTo>
                <a:cubicBezTo>
                  <a:pt x="4783171" y="0"/>
                  <a:pt x="4851400" y="68229"/>
                  <a:pt x="4851400" y="152394"/>
                </a:cubicBezTo>
                <a:lnTo>
                  <a:pt x="4851400" y="2463806"/>
                </a:lnTo>
                <a:cubicBezTo>
                  <a:pt x="4851400" y="2547971"/>
                  <a:pt x="4783171" y="2616200"/>
                  <a:pt x="4699006" y="2616200"/>
                </a:cubicBezTo>
                <a:lnTo>
                  <a:pt x="50800" y="2616200"/>
                </a:lnTo>
                <a:cubicBezTo>
                  <a:pt x="22763" y="2616200"/>
                  <a:pt x="0" y="2593437"/>
                  <a:pt x="0" y="2565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D3748">
              <a:alpha val="70196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10896600" y="5384800"/>
            <a:ext cx="50800" cy="2616200"/>
          </a:xfrm>
          <a:custGeom>
            <a:avLst/>
            <a:gdLst/>
            <a:ahLst/>
            <a:cxnLst/>
            <a:rect l="l" t="t" r="r" b="b"/>
            <a:pathLst>
              <a:path w="50800" h="2616200">
                <a:moveTo>
                  <a:pt x="50800" y="0"/>
                </a:moveTo>
                <a:lnTo>
                  <a:pt x="50800" y="0"/>
                </a:lnTo>
                <a:lnTo>
                  <a:pt x="50800" y="2616200"/>
                </a:lnTo>
                <a:lnTo>
                  <a:pt x="50800" y="2616200"/>
                </a:lnTo>
                <a:cubicBezTo>
                  <a:pt x="22763" y="2616200"/>
                  <a:pt x="0" y="2593437"/>
                  <a:pt x="0" y="2565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24" name="Shape 21"/>
          <p:cNvSpPr/>
          <p:nvPr/>
        </p:nvSpPr>
        <p:spPr>
          <a:xfrm>
            <a:off x="11214100" y="5638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09490" y="166688"/>
                </a:moveTo>
                <a:lnTo>
                  <a:pt x="95845" y="166688"/>
                </a:lnTo>
                <a:cubicBezTo>
                  <a:pt x="97572" y="205085"/>
                  <a:pt x="106085" y="240447"/>
                  <a:pt x="118170" y="266343"/>
                </a:cubicBezTo>
                <a:cubicBezTo>
                  <a:pt x="124956" y="280928"/>
                  <a:pt x="132278" y="291227"/>
                  <a:pt x="139065" y="297537"/>
                </a:cubicBezTo>
                <a:cubicBezTo>
                  <a:pt x="145733" y="303788"/>
                  <a:pt x="150316" y="304800"/>
                  <a:pt x="152698" y="304800"/>
                </a:cubicBezTo>
                <a:cubicBezTo>
                  <a:pt x="155079" y="304800"/>
                  <a:pt x="159663" y="303788"/>
                  <a:pt x="166330" y="297537"/>
                </a:cubicBezTo>
                <a:cubicBezTo>
                  <a:pt x="173117" y="291227"/>
                  <a:pt x="180439" y="280868"/>
                  <a:pt x="187226" y="266343"/>
                </a:cubicBezTo>
                <a:cubicBezTo>
                  <a:pt x="199311" y="240447"/>
                  <a:pt x="207824" y="205085"/>
                  <a:pt x="209550" y="166688"/>
                </a:cubicBezTo>
                <a:close/>
                <a:moveTo>
                  <a:pt x="95786" y="138113"/>
                </a:moveTo>
                <a:lnTo>
                  <a:pt x="209431" y="138113"/>
                </a:lnTo>
                <a:cubicBezTo>
                  <a:pt x="207764" y="99715"/>
                  <a:pt x="199251" y="64353"/>
                  <a:pt x="187166" y="38457"/>
                </a:cubicBezTo>
                <a:cubicBezTo>
                  <a:pt x="180380" y="23932"/>
                  <a:pt x="173057" y="13573"/>
                  <a:pt x="166271" y="7263"/>
                </a:cubicBezTo>
                <a:cubicBezTo>
                  <a:pt x="159603" y="1012"/>
                  <a:pt x="155019" y="0"/>
                  <a:pt x="152638" y="0"/>
                </a:cubicBezTo>
                <a:cubicBezTo>
                  <a:pt x="150257" y="0"/>
                  <a:pt x="145673" y="1012"/>
                  <a:pt x="139005" y="7263"/>
                </a:cubicBezTo>
                <a:cubicBezTo>
                  <a:pt x="132219" y="13573"/>
                  <a:pt x="124897" y="23932"/>
                  <a:pt x="118110" y="38457"/>
                </a:cubicBezTo>
                <a:cubicBezTo>
                  <a:pt x="106025" y="64353"/>
                  <a:pt x="97512" y="99715"/>
                  <a:pt x="95786" y="138113"/>
                </a:cubicBezTo>
                <a:close/>
                <a:moveTo>
                  <a:pt x="67211" y="138113"/>
                </a:moveTo>
                <a:cubicBezTo>
                  <a:pt x="69294" y="87154"/>
                  <a:pt x="82451" y="39826"/>
                  <a:pt x="101679" y="8751"/>
                </a:cubicBezTo>
                <a:cubicBezTo>
                  <a:pt x="46851" y="28158"/>
                  <a:pt x="6489" y="78105"/>
                  <a:pt x="893" y="138113"/>
                </a:cubicBezTo>
                <a:lnTo>
                  <a:pt x="67211" y="138113"/>
                </a:lnTo>
                <a:close/>
                <a:moveTo>
                  <a:pt x="893" y="166688"/>
                </a:moveTo>
                <a:cubicBezTo>
                  <a:pt x="6489" y="226695"/>
                  <a:pt x="46851" y="276642"/>
                  <a:pt x="101679" y="296049"/>
                </a:cubicBezTo>
                <a:cubicBezTo>
                  <a:pt x="82451" y="264974"/>
                  <a:pt x="69294" y="217646"/>
                  <a:pt x="67211" y="166688"/>
                </a:cubicBezTo>
                <a:lnTo>
                  <a:pt x="893" y="166688"/>
                </a:lnTo>
                <a:close/>
                <a:moveTo>
                  <a:pt x="238065" y="166688"/>
                </a:moveTo>
                <a:cubicBezTo>
                  <a:pt x="235982" y="217646"/>
                  <a:pt x="222825" y="264974"/>
                  <a:pt x="203597" y="296049"/>
                </a:cubicBezTo>
                <a:cubicBezTo>
                  <a:pt x="258425" y="276582"/>
                  <a:pt x="298787" y="226695"/>
                  <a:pt x="304383" y="166688"/>
                </a:cubicBezTo>
                <a:lnTo>
                  <a:pt x="238065" y="166688"/>
                </a:lnTo>
                <a:close/>
                <a:moveTo>
                  <a:pt x="304383" y="138113"/>
                </a:moveTo>
                <a:cubicBezTo>
                  <a:pt x="298787" y="78105"/>
                  <a:pt x="258425" y="28158"/>
                  <a:pt x="203597" y="8751"/>
                </a:cubicBezTo>
                <a:cubicBezTo>
                  <a:pt x="222825" y="39826"/>
                  <a:pt x="235982" y="87154"/>
                  <a:pt x="238065" y="138113"/>
                </a:cubicBezTo>
                <a:lnTo>
                  <a:pt x="304383" y="138113"/>
                </a:ln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25" name="Text 22"/>
          <p:cNvSpPr/>
          <p:nvPr/>
        </p:nvSpPr>
        <p:spPr>
          <a:xfrm>
            <a:off x="11709400" y="5664200"/>
            <a:ext cx="1092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kern="0" spc="7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Live Demo</a:t>
            </a:r>
            <a:endParaRPr lang="en-US" sz="1600"/>
          </a:p>
        </p:txBody>
      </p:sp>
      <p:sp>
        <p:nvSpPr>
          <p:cNvPr id="26" name="Text 23"/>
          <p:cNvSpPr/>
          <p:nvPr/>
        </p:nvSpPr>
        <p:spPr>
          <a:xfrm>
            <a:off x="11176000" y="6096000"/>
            <a:ext cx="4445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>
                <a:solidFill>
                  <a:srgbClr val="4FD1C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weather-iot.duckdns.org</a:t>
            </a:r>
            <a:endParaRPr lang="en-US" sz="1600"/>
          </a:p>
        </p:txBody>
      </p:sp>
      <p:sp>
        <p:nvSpPr>
          <p:cNvPr id="27" name="Text 24"/>
          <p:cNvSpPr/>
          <p:nvPr/>
        </p:nvSpPr>
        <p:spPr>
          <a:xfrm>
            <a:off x="11176000" y="6553200"/>
            <a:ext cx="4406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24/7 Cloud Access</a:t>
            </a:r>
            <a:endParaRPr lang="en-US" sz="1600"/>
          </a:p>
        </p:txBody>
      </p:sp>
      <p:sp>
        <p:nvSpPr>
          <p:cNvPr id="28" name="Shape 25"/>
          <p:cNvSpPr/>
          <p:nvPr/>
        </p:nvSpPr>
        <p:spPr>
          <a:xfrm>
            <a:off x="544513" y="8547100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44450" y="0"/>
                </a:moveTo>
                <a:cubicBezTo>
                  <a:pt x="50597" y="0"/>
                  <a:pt x="55563" y="4966"/>
                  <a:pt x="55563" y="11112"/>
                </a:cubicBezTo>
                <a:lnTo>
                  <a:pt x="55563" y="22225"/>
                </a:lnTo>
                <a:lnTo>
                  <a:pt x="100013" y="22225"/>
                </a:lnTo>
                <a:lnTo>
                  <a:pt x="100013" y="11112"/>
                </a:lnTo>
                <a:cubicBezTo>
                  <a:pt x="100013" y="4966"/>
                  <a:pt x="104978" y="0"/>
                  <a:pt x="111125" y="0"/>
                </a:cubicBezTo>
                <a:cubicBezTo>
                  <a:pt x="117272" y="0"/>
                  <a:pt x="122238" y="4966"/>
                  <a:pt x="122238" y="11112"/>
                </a:cubicBezTo>
                <a:lnTo>
                  <a:pt x="122238" y="22225"/>
                </a:lnTo>
                <a:lnTo>
                  <a:pt x="133350" y="22225"/>
                </a:lnTo>
                <a:cubicBezTo>
                  <a:pt x="145608" y="22225"/>
                  <a:pt x="155575" y="32192"/>
                  <a:pt x="155575" y="44450"/>
                </a:cubicBezTo>
                <a:lnTo>
                  <a:pt x="155575" y="144463"/>
                </a:lnTo>
                <a:cubicBezTo>
                  <a:pt x="155575" y="156721"/>
                  <a:pt x="145608" y="166688"/>
                  <a:pt x="133350" y="166688"/>
                </a:cubicBezTo>
                <a:lnTo>
                  <a:pt x="22225" y="166688"/>
                </a:lnTo>
                <a:cubicBezTo>
                  <a:pt x="9967" y="166688"/>
                  <a:pt x="0" y="156721"/>
                  <a:pt x="0" y="144463"/>
                </a:cubicBezTo>
                <a:lnTo>
                  <a:pt x="0" y="44450"/>
                </a:lnTo>
                <a:cubicBezTo>
                  <a:pt x="0" y="32192"/>
                  <a:pt x="9967" y="22225"/>
                  <a:pt x="22225" y="22225"/>
                </a:cubicBezTo>
                <a:lnTo>
                  <a:pt x="33337" y="22225"/>
                </a:lnTo>
                <a:lnTo>
                  <a:pt x="33337" y="11112"/>
                </a:lnTo>
                <a:cubicBezTo>
                  <a:pt x="33337" y="4966"/>
                  <a:pt x="38303" y="0"/>
                  <a:pt x="44450" y="0"/>
                </a:cubicBezTo>
                <a:close/>
                <a:moveTo>
                  <a:pt x="22225" y="83344"/>
                </a:moveTo>
                <a:lnTo>
                  <a:pt x="22225" y="94456"/>
                </a:lnTo>
                <a:cubicBezTo>
                  <a:pt x="22225" y="97512"/>
                  <a:pt x="24725" y="100013"/>
                  <a:pt x="27781" y="100013"/>
                </a:cubicBezTo>
                <a:lnTo>
                  <a:pt x="38894" y="100013"/>
                </a:lnTo>
                <a:cubicBezTo>
                  <a:pt x="41950" y="100013"/>
                  <a:pt x="44450" y="97512"/>
                  <a:pt x="44450" y="94456"/>
                </a:cubicBezTo>
                <a:lnTo>
                  <a:pt x="44450" y="83344"/>
                </a:lnTo>
                <a:cubicBezTo>
                  <a:pt x="44450" y="80288"/>
                  <a:pt x="41950" y="77788"/>
                  <a:pt x="38894" y="77788"/>
                </a:cubicBezTo>
                <a:lnTo>
                  <a:pt x="27781" y="77788"/>
                </a:lnTo>
                <a:cubicBezTo>
                  <a:pt x="24725" y="77788"/>
                  <a:pt x="22225" y="80288"/>
                  <a:pt x="22225" y="83344"/>
                </a:cubicBezTo>
                <a:close/>
                <a:moveTo>
                  <a:pt x="66675" y="83344"/>
                </a:moveTo>
                <a:lnTo>
                  <a:pt x="66675" y="94456"/>
                </a:lnTo>
                <a:cubicBezTo>
                  <a:pt x="66675" y="97512"/>
                  <a:pt x="69175" y="100013"/>
                  <a:pt x="72231" y="100013"/>
                </a:cubicBezTo>
                <a:lnTo>
                  <a:pt x="83344" y="100013"/>
                </a:lnTo>
                <a:cubicBezTo>
                  <a:pt x="86400" y="100013"/>
                  <a:pt x="88900" y="97512"/>
                  <a:pt x="88900" y="94456"/>
                </a:cubicBezTo>
                <a:lnTo>
                  <a:pt x="88900" y="83344"/>
                </a:lnTo>
                <a:cubicBezTo>
                  <a:pt x="88900" y="80288"/>
                  <a:pt x="86400" y="77788"/>
                  <a:pt x="83344" y="77788"/>
                </a:cubicBezTo>
                <a:lnTo>
                  <a:pt x="72231" y="77788"/>
                </a:lnTo>
                <a:cubicBezTo>
                  <a:pt x="69175" y="77788"/>
                  <a:pt x="66675" y="80288"/>
                  <a:pt x="66675" y="83344"/>
                </a:cubicBezTo>
                <a:close/>
                <a:moveTo>
                  <a:pt x="116681" y="77788"/>
                </a:moveTo>
                <a:cubicBezTo>
                  <a:pt x="113625" y="77788"/>
                  <a:pt x="111125" y="80288"/>
                  <a:pt x="111125" y="83344"/>
                </a:cubicBezTo>
                <a:lnTo>
                  <a:pt x="111125" y="94456"/>
                </a:lnTo>
                <a:cubicBezTo>
                  <a:pt x="111125" y="97512"/>
                  <a:pt x="113625" y="100013"/>
                  <a:pt x="116681" y="100013"/>
                </a:cubicBezTo>
                <a:lnTo>
                  <a:pt x="127794" y="100013"/>
                </a:lnTo>
                <a:cubicBezTo>
                  <a:pt x="130850" y="100013"/>
                  <a:pt x="133350" y="97512"/>
                  <a:pt x="133350" y="94456"/>
                </a:cubicBezTo>
                <a:lnTo>
                  <a:pt x="133350" y="83344"/>
                </a:lnTo>
                <a:cubicBezTo>
                  <a:pt x="133350" y="80288"/>
                  <a:pt x="130850" y="77788"/>
                  <a:pt x="127794" y="77788"/>
                </a:cubicBezTo>
                <a:lnTo>
                  <a:pt x="116681" y="77788"/>
                </a:lnTo>
                <a:close/>
                <a:moveTo>
                  <a:pt x="22225" y="127794"/>
                </a:moveTo>
                <a:lnTo>
                  <a:pt x="22225" y="138906"/>
                </a:lnTo>
                <a:cubicBezTo>
                  <a:pt x="22225" y="141962"/>
                  <a:pt x="24725" y="144463"/>
                  <a:pt x="27781" y="144463"/>
                </a:cubicBezTo>
                <a:lnTo>
                  <a:pt x="38894" y="144463"/>
                </a:lnTo>
                <a:cubicBezTo>
                  <a:pt x="41950" y="144463"/>
                  <a:pt x="44450" y="141962"/>
                  <a:pt x="44450" y="138906"/>
                </a:cubicBezTo>
                <a:lnTo>
                  <a:pt x="44450" y="127794"/>
                </a:lnTo>
                <a:cubicBezTo>
                  <a:pt x="44450" y="124738"/>
                  <a:pt x="41950" y="122238"/>
                  <a:pt x="38894" y="122238"/>
                </a:cubicBezTo>
                <a:lnTo>
                  <a:pt x="27781" y="122238"/>
                </a:lnTo>
                <a:cubicBezTo>
                  <a:pt x="24725" y="122238"/>
                  <a:pt x="22225" y="124738"/>
                  <a:pt x="22225" y="127794"/>
                </a:cubicBezTo>
                <a:close/>
                <a:moveTo>
                  <a:pt x="72231" y="122238"/>
                </a:moveTo>
                <a:cubicBezTo>
                  <a:pt x="69175" y="122238"/>
                  <a:pt x="66675" y="124738"/>
                  <a:pt x="66675" y="127794"/>
                </a:cubicBezTo>
                <a:lnTo>
                  <a:pt x="66675" y="138906"/>
                </a:lnTo>
                <a:cubicBezTo>
                  <a:pt x="66675" y="141962"/>
                  <a:pt x="69175" y="144463"/>
                  <a:pt x="72231" y="144463"/>
                </a:cubicBezTo>
                <a:lnTo>
                  <a:pt x="83344" y="144463"/>
                </a:lnTo>
                <a:cubicBezTo>
                  <a:pt x="86400" y="144463"/>
                  <a:pt x="88900" y="141962"/>
                  <a:pt x="88900" y="138906"/>
                </a:cubicBezTo>
                <a:lnTo>
                  <a:pt x="88900" y="127794"/>
                </a:lnTo>
                <a:cubicBezTo>
                  <a:pt x="88900" y="124738"/>
                  <a:pt x="86400" y="122238"/>
                  <a:pt x="83344" y="122238"/>
                </a:cubicBezTo>
                <a:lnTo>
                  <a:pt x="72231" y="122238"/>
                </a:lnTo>
                <a:close/>
                <a:moveTo>
                  <a:pt x="111125" y="127794"/>
                </a:moveTo>
                <a:lnTo>
                  <a:pt x="111125" y="138906"/>
                </a:lnTo>
                <a:cubicBezTo>
                  <a:pt x="111125" y="141962"/>
                  <a:pt x="113625" y="144463"/>
                  <a:pt x="116681" y="144463"/>
                </a:cubicBezTo>
                <a:lnTo>
                  <a:pt x="127794" y="144463"/>
                </a:lnTo>
                <a:cubicBezTo>
                  <a:pt x="130850" y="144463"/>
                  <a:pt x="133350" y="141962"/>
                  <a:pt x="133350" y="138906"/>
                </a:cubicBezTo>
                <a:lnTo>
                  <a:pt x="133350" y="127794"/>
                </a:lnTo>
                <a:cubicBezTo>
                  <a:pt x="133350" y="124738"/>
                  <a:pt x="130850" y="122238"/>
                  <a:pt x="127794" y="122238"/>
                </a:cubicBezTo>
                <a:lnTo>
                  <a:pt x="116681" y="122238"/>
                </a:lnTo>
                <a:cubicBezTo>
                  <a:pt x="113625" y="122238"/>
                  <a:pt x="111125" y="124738"/>
                  <a:pt x="111125" y="127794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29" name="Text 26"/>
          <p:cNvSpPr/>
          <p:nvPr/>
        </p:nvSpPr>
        <p:spPr>
          <a:xfrm>
            <a:off x="882650" y="8509000"/>
            <a:ext cx="1333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December 2025</a:t>
            </a:r>
            <a:endParaRPr lang="en-US" sz="1600"/>
          </a:p>
        </p:txBody>
      </p:sp>
      <p:sp>
        <p:nvSpPr>
          <p:cNvPr id="30" name="Shape 27"/>
          <p:cNvSpPr/>
          <p:nvPr/>
        </p:nvSpPr>
        <p:spPr>
          <a:xfrm>
            <a:off x="7244397" y="8547100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5575" y="71467"/>
                </a:moveTo>
                <a:cubicBezTo>
                  <a:pt x="150435" y="74870"/>
                  <a:pt x="144532" y="77614"/>
                  <a:pt x="138385" y="79802"/>
                </a:cubicBezTo>
                <a:cubicBezTo>
                  <a:pt x="122064" y="85636"/>
                  <a:pt x="100638" y="88900"/>
                  <a:pt x="77788" y="88900"/>
                </a:cubicBezTo>
                <a:cubicBezTo>
                  <a:pt x="54937" y="88900"/>
                  <a:pt x="33476" y="85601"/>
                  <a:pt x="17190" y="79802"/>
                </a:cubicBezTo>
                <a:cubicBezTo>
                  <a:pt x="11078" y="77614"/>
                  <a:pt x="5140" y="74870"/>
                  <a:pt x="0" y="71467"/>
                </a:cubicBezTo>
                <a:lnTo>
                  <a:pt x="0" y="100013"/>
                </a:lnTo>
                <a:cubicBezTo>
                  <a:pt x="0" y="115362"/>
                  <a:pt x="34831" y="127794"/>
                  <a:pt x="77788" y="127794"/>
                </a:cubicBezTo>
                <a:cubicBezTo>
                  <a:pt x="120744" y="127794"/>
                  <a:pt x="155575" y="115362"/>
                  <a:pt x="155575" y="100013"/>
                </a:cubicBezTo>
                <a:lnTo>
                  <a:pt x="155575" y="71467"/>
                </a:lnTo>
                <a:close/>
                <a:moveTo>
                  <a:pt x="155575" y="44450"/>
                </a:moveTo>
                <a:lnTo>
                  <a:pt x="155575" y="27781"/>
                </a:lnTo>
                <a:cubicBezTo>
                  <a:pt x="155575" y="12432"/>
                  <a:pt x="120744" y="0"/>
                  <a:pt x="77788" y="0"/>
                </a:cubicBezTo>
                <a:cubicBezTo>
                  <a:pt x="34831" y="0"/>
                  <a:pt x="0" y="12432"/>
                  <a:pt x="0" y="27781"/>
                </a:cubicBezTo>
                <a:lnTo>
                  <a:pt x="0" y="44450"/>
                </a:lnTo>
                <a:cubicBezTo>
                  <a:pt x="0" y="59799"/>
                  <a:pt x="34831" y="72231"/>
                  <a:pt x="77788" y="72231"/>
                </a:cubicBezTo>
                <a:cubicBezTo>
                  <a:pt x="120744" y="72231"/>
                  <a:pt x="155575" y="59799"/>
                  <a:pt x="155575" y="44450"/>
                </a:cubicBezTo>
                <a:close/>
                <a:moveTo>
                  <a:pt x="138385" y="135364"/>
                </a:moveTo>
                <a:cubicBezTo>
                  <a:pt x="122099" y="141163"/>
                  <a:pt x="100672" y="144463"/>
                  <a:pt x="77788" y="144463"/>
                </a:cubicBezTo>
                <a:cubicBezTo>
                  <a:pt x="54903" y="144463"/>
                  <a:pt x="33476" y="141163"/>
                  <a:pt x="17190" y="135364"/>
                </a:cubicBezTo>
                <a:cubicBezTo>
                  <a:pt x="11078" y="133176"/>
                  <a:pt x="5140" y="130433"/>
                  <a:pt x="0" y="127030"/>
                </a:cubicBezTo>
                <a:lnTo>
                  <a:pt x="0" y="150019"/>
                </a:lnTo>
                <a:cubicBezTo>
                  <a:pt x="0" y="165368"/>
                  <a:pt x="34831" y="177800"/>
                  <a:pt x="77788" y="177800"/>
                </a:cubicBezTo>
                <a:cubicBezTo>
                  <a:pt x="120744" y="177800"/>
                  <a:pt x="155575" y="165368"/>
                  <a:pt x="155575" y="150019"/>
                </a:cubicBezTo>
                <a:lnTo>
                  <a:pt x="155575" y="127030"/>
                </a:lnTo>
                <a:cubicBezTo>
                  <a:pt x="150435" y="130433"/>
                  <a:pt x="144532" y="133176"/>
                  <a:pt x="138385" y="135364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31" name="Text 28"/>
          <p:cNvSpPr/>
          <p:nvPr/>
        </p:nvSpPr>
        <p:spPr>
          <a:xfrm>
            <a:off x="7582535" y="8509000"/>
            <a:ext cx="1892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>
                <a:solidFill>
                  <a:srgbClr val="A0AEC0"/>
                </a:solidFill>
                <a:latin typeface="Quattrocento Sans"/>
                <a:ea typeface="Quattrocento Sans" pitchFamily="34" charset="-122"/>
                <a:cs typeface="Quattrocento Sans" pitchFamily="34" charset="-120"/>
              </a:rPr>
              <a:t>1M+ Records Processed</a:t>
            </a:r>
            <a:br>
              <a:rPr lang="en-US" sz="1400">
                <a:latin typeface="Quattrocento Sans"/>
                <a:ea typeface="Quattrocento Sans" pitchFamily="34" charset="-122"/>
                <a:cs typeface="Quattrocento Sans" pitchFamily="34" charset="-120"/>
              </a:rPr>
            </a:br>
            <a:r>
              <a:rPr lang="en-US" sz="1400">
                <a:solidFill>
                  <a:srgbClr val="A0AEC0"/>
                </a:solidFill>
                <a:latin typeface="Quattrocento Sans"/>
              </a:rPr>
              <a:t>Live-data processed</a:t>
            </a:r>
            <a:endParaRPr lang="en-US" sz="1600"/>
          </a:p>
        </p:txBody>
      </p:sp>
      <p:sp>
        <p:nvSpPr>
          <p:cNvPr id="32" name="Shape 29"/>
          <p:cNvSpPr/>
          <p:nvPr/>
        </p:nvSpPr>
        <p:spPr>
          <a:xfrm>
            <a:off x="14489854" y="85471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22225" y="22225"/>
                </a:moveTo>
                <a:cubicBezTo>
                  <a:pt x="22225" y="16078"/>
                  <a:pt x="17259" y="11112"/>
                  <a:pt x="11112" y="11112"/>
                </a:cubicBezTo>
                <a:cubicBezTo>
                  <a:pt x="4966" y="11112"/>
                  <a:pt x="0" y="16078"/>
                  <a:pt x="0" y="22225"/>
                </a:cubicBezTo>
                <a:lnTo>
                  <a:pt x="0" y="138906"/>
                </a:lnTo>
                <a:cubicBezTo>
                  <a:pt x="0" y="154255"/>
                  <a:pt x="12432" y="166688"/>
                  <a:pt x="27781" y="166688"/>
                </a:cubicBezTo>
                <a:lnTo>
                  <a:pt x="166688" y="166688"/>
                </a:lnTo>
                <a:cubicBezTo>
                  <a:pt x="172834" y="166688"/>
                  <a:pt x="177800" y="161722"/>
                  <a:pt x="177800" y="155575"/>
                </a:cubicBezTo>
                <a:cubicBezTo>
                  <a:pt x="177800" y="149428"/>
                  <a:pt x="172834" y="144463"/>
                  <a:pt x="166688" y="144463"/>
                </a:cubicBezTo>
                <a:lnTo>
                  <a:pt x="27781" y="144463"/>
                </a:lnTo>
                <a:cubicBezTo>
                  <a:pt x="24725" y="144463"/>
                  <a:pt x="22225" y="141962"/>
                  <a:pt x="22225" y="138906"/>
                </a:cubicBezTo>
                <a:lnTo>
                  <a:pt x="22225" y="22225"/>
                </a:lnTo>
                <a:close/>
                <a:moveTo>
                  <a:pt x="163423" y="52298"/>
                </a:moveTo>
                <a:cubicBezTo>
                  <a:pt x="167764" y="47957"/>
                  <a:pt x="167764" y="40908"/>
                  <a:pt x="163423" y="36567"/>
                </a:cubicBezTo>
                <a:cubicBezTo>
                  <a:pt x="159082" y="32226"/>
                  <a:pt x="152033" y="32226"/>
                  <a:pt x="147692" y="36567"/>
                </a:cubicBezTo>
                <a:lnTo>
                  <a:pt x="111125" y="73169"/>
                </a:lnTo>
                <a:lnTo>
                  <a:pt x="91192" y="53271"/>
                </a:lnTo>
                <a:cubicBezTo>
                  <a:pt x="86851" y="48930"/>
                  <a:pt x="79802" y="48930"/>
                  <a:pt x="75461" y="53271"/>
                </a:cubicBezTo>
                <a:lnTo>
                  <a:pt x="42123" y="86608"/>
                </a:lnTo>
                <a:cubicBezTo>
                  <a:pt x="37783" y="90949"/>
                  <a:pt x="37783" y="97998"/>
                  <a:pt x="42123" y="102339"/>
                </a:cubicBezTo>
                <a:cubicBezTo>
                  <a:pt x="46464" y="106680"/>
                  <a:pt x="53514" y="106680"/>
                  <a:pt x="57854" y="102339"/>
                </a:cubicBezTo>
                <a:lnTo>
                  <a:pt x="83344" y="76850"/>
                </a:lnTo>
                <a:lnTo>
                  <a:pt x="103277" y="96783"/>
                </a:lnTo>
                <a:cubicBezTo>
                  <a:pt x="107618" y="101124"/>
                  <a:pt x="114667" y="101124"/>
                  <a:pt x="119008" y="96783"/>
                </a:cubicBezTo>
                <a:lnTo>
                  <a:pt x="163458" y="52333"/>
                </a:ln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33" name="Text 30"/>
          <p:cNvSpPr/>
          <p:nvPr/>
        </p:nvSpPr>
        <p:spPr>
          <a:xfrm>
            <a:off x="14839104" y="8509000"/>
            <a:ext cx="1003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MAE: 1.82°C</a:t>
            </a:r>
            <a:endParaRPr lang="en-US" sz="160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8902" y="611128"/>
            <a:ext cx="586683" cy="586683"/>
          </a:xfrm>
          <a:custGeom>
            <a:avLst/>
            <a:gdLst/>
            <a:ahLst/>
            <a:cxnLst/>
            <a:rect l="l" t="t" r="r" b="b"/>
            <a:pathLst>
              <a:path w="586683" h="586683">
                <a:moveTo>
                  <a:pt x="146671" y="0"/>
                </a:moveTo>
                <a:lnTo>
                  <a:pt x="440012" y="0"/>
                </a:lnTo>
                <a:cubicBezTo>
                  <a:pt x="520962" y="0"/>
                  <a:pt x="586683" y="65721"/>
                  <a:pt x="586683" y="146671"/>
                </a:cubicBezTo>
                <a:lnTo>
                  <a:pt x="586683" y="440012"/>
                </a:lnTo>
                <a:cubicBezTo>
                  <a:pt x="586683" y="520962"/>
                  <a:pt x="520962" y="586683"/>
                  <a:pt x="440012" y="586683"/>
                </a:cubicBezTo>
                <a:lnTo>
                  <a:pt x="146671" y="586683"/>
                </a:lnTo>
                <a:cubicBezTo>
                  <a:pt x="65721" y="586683"/>
                  <a:pt x="0" y="520962"/>
                  <a:pt x="0" y="440012"/>
                </a:cubicBezTo>
                <a:lnTo>
                  <a:pt x="0" y="146671"/>
                </a:lnTo>
                <a:cubicBezTo>
                  <a:pt x="0" y="65721"/>
                  <a:pt x="65721" y="0"/>
                  <a:pt x="146671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35573" y="757798"/>
            <a:ext cx="293341" cy="293341"/>
          </a:xfrm>
          <a:custGeom>
            <a:avLst/>
            <a:gdLst/>
            <a:ahLst/>
            <a:cxnLst/>
            <a:rect l="l" t="t" r="r" b="b"/>
            <a:pathLst>
              <a:path w="293341" h="293341">
                <a:moveTo>
                  <a:pt x="256674" y="146671"/>
                </a:moveTo>
                <a:cubicBezTo>
                  <a:pt x="256674" y="85958"/>
                  <a:pt x="207383" y="36668"/>
                  <a:pt x="146671" y="36668"/>
                </a:cubicBezTo>
                <a:cubicBezTo>
                  <a:pt x="85958" y="36668"/>
                  <a:pt x="36668" y="85958"/>
                  <a:pt x="36668" y="146671"/>
                </a:cubicBezTo>
                <a:cubicBezTo>
                  <a:pt x="36668" y="207383"/>
                  <a:pt x="85958" y="256674"/>
                  <a:pt x="146671" y="256674"/>
                </a:cubicBezTo>
                <a:cubicBezTo>
                  <a:pt x="207383" y="256674"/>
                  <a:pt x="256674" y="207383"/>
                  <a:pt x="256674" y="146671"/>
                </a:cubicBezTo>
                <a:close/>
                <a:moveTo>
                  <a:pt x="0" y="146671"/>
                </a:moveTo>
                <a:cubicBezTo>
                  <a:pt x="0" y="65721"/>
                  <a:pt x="65721" y="0"/>
                  <a:pt x="146671" y="0"/>
                </a:cubicBezTo>
                <a:cubicBezTo>
                  <a:pt x="227620" y="0"/>
                  <a:pt x="293341" y="65721"/>
                  <a:pt x="293341" y="146671"/>
                </a:cubicBezTo>
                <a:cubicBezTo>
                  <a:pt x="293341" y="227620"/>
                  <a:pt x="227620" y="293341"/>
                  <a:pt x="146671" y="293341"/>
                </a:cubicBezTo>
                <a:cubicBezTo>
                  <a:pt x="65721" y="293341"/>
                  <a:pt x="0" y="227620"/>
                  <a:pt x="0" y="146671"/>
                </a:cubicBezTo>
                <a:close/>
                <a:moveTo>
                  <a:pt x="146671" y="192505"/>
                </a:moveTo>
                <a:cubicBezTo>
                  <a:pt x="171967" y="192505"/>
                  <a:pt x="192505" y="171967"/>
                  <a:pt x="192505" y="146671"/>
                </a:cubicBezTo>
                <a:cubicBezTo>
                  <a:pt x="192505" y="121374"/>
                  <a:pt x="171967" y="100836"/>
                  <a:pt x="146671" y="100836"/>
                </a:cubicBezTo>
                <a:cubicBezTo>
                  <a:pt x="121374" y="100836"/>
                  <a:pt x="100836" y="121374"/>
                  <a:pt x="100836" y="146671"/>
                </a:cubicBezTo>
                <a:cubicBezTo>
                  <a:pt x="100836" y="171967"/>
                  <a:pt x="121374" y="192505"/>
                  <a:pt x="146671" y="192505"/>
                </a:cubicBezTo>
                <a:close/>
                <a:moveTo>
                  <a:pt x="146671" y="64168"/>
                </a:moveTo>
                <a:cubicBezTo>
                  <a:pt x="192205" y="64168"/>
                  <a:pt x="229173" y="101136"/>
                  <a:pt x="229173" y="146671"/>
                </a:cubicBezTo>
                <a:cubicBezTo>
                  <a:pt x="229173" y="192205"/>
                  <a:pt x="192205" y="229173"/>
                  <a:pt x="146671" y="229173"/>
                </a:cubicBezTo>
                <a:cubicBezTo>
                  <a:pt x="101136" y="229173"/>
                  <a:pt x="64168" y="192205"/>
                  <a:pt x="64168" y="146671"/>
                </a:cubicBezTo>
                <a:cubicBezTo>
                  <a:pt x="64168" y="101136"/>
                  <a:pt x="101136" y="64168"/>
                  <a:pt x="146671" y="64168"/>
                </a:cubicBezTo>
                <a:close/>
                <a:moveTo>
                  <a:pt x="128337" y="146671"/>
                </a:moveTo>
                <a:cubicBezTo>
                  <a:pt x="128337" y="136552"/>
                  <a:pt x="136552" y="128337"/>
                  <a:pt x="146671" y="128337"/>
                </a:cubicBezTo>
                <a:cubicBezTo>
                  <a:pt x="156789" y="128337"/>
                  <a:pt x="165005" y="136552"/>
                  <a:pt x="165005" y="146671"/>
                </a:cubicBezTo>
                <a:cubicBezTo>
                  <a:pt x="165005" y="156789"/>
                  <a:pt x="156789" y="165005"/>
                  <a:pt x="146671" y="165005"/>
                </a:cubicBezTo>
                <a:cubicBezTo>
                  <a:pt x="136552" y="165005"/>
                  <a:pt x="128337" y="156789"/>
                  <a:pt x="128337" y="146671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4" name="Text 2"/>
          <p:cNvSpPr/>
          <p:nvPr/>
        </p:nvSpPr>
        <p:spPr>
          <a:xfrm>
            <a:off x="1222256" y="488902"/>
            <a:ext cx="5292367" cy="2444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7" b="1" kern="0" spc="135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Challenge</a:t>
            </a:r>
            <a:endParaRPr lang="en-US" sz="1600"/>
          </a:p>
        </p:txBody>
      </p:sp>
      <p:sp>
        <p:nvSpPr>
          <p:cNvPr id="5" name="Text 3"/>
          <p:cNvSpPr/>
          <p:nvPr/>
        </p:nvSpPr>
        <p:spPr>
          <a:xfrm>
            <a:off x="1222256" y="733353"/>
            <a:ext cx="5500150" cy="586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620" b="1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Problem Statement</a:t>
            </a:r>
            <a:endParaRPr lang="en-US" sz="1600"/>
          </a:p>
        </p:txBody>
      </p:sp>
      <p:sp>
        <p:nvSpPr>
          <p:cNvPr id="6" name="Shape 4"/>
          <p:cNvSpPr/>
          <p:nvPr/>
        </p:nvSpPr>
        <p:spPr>
          <a:xfrm>
            <a:off x="488902" y="1466707"/>
            <a:ext cx="1564487" cy="48890"/>
          </a:xfrm>
          <a:custGeom>
            <a:avLst/>
            <a:gdLst/>
            <a:ahLst/>
            <a:cxnLst/>
            <a:rect l="l" t="t" r="r" b="b"/>
            <a:pathLst>
              <a:path w="1564487" h="48890">
                <a:moveTo>
                  <a:pt x="0" y="0"/>
                </a:moveTo>
                <a:lnTo>
                  <a:pt x="1564487" y="0"/>
                </a:lnTo>
                <a:lnTo>
                  <a:pt x="1564487" y="48890"/>
                </a:lnTo>
                <a:lnTo>
                  <a:pt x="0" y="48890"/>
                </a:lnTo>
                <a:lnTo>
                  <a:pt x="0" y="0"/>
                </a:ln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7" name="Shape 5"/>
          <p:cNvSpPr/>
          <p:nvPr/>
        </p:nvSpPr>
        <p:spPr>
          <a:xfrm>
            <a:off x="513347" y="1711158"/>
            <a:ext cx="7516872" cy="3190087"/>
          </a:xfrm>
          <a:custGeom>
            <a:avLst/>
            <a:gdLst/>
            <a:ahLst/>
            <a:cxnLst/>
            <a:rect l="l" t="t" r="r" b="b"/>
            <a:pathLst>
              <a:path w="7516872" h="3190087">
                <a:moveTo>
                  <a:pt x="48890" y="0"/>
                </a:moveTo>
                <a:lnTo>
                  <a:pt x="7370192" y="0"/>
                </a:lnTo>
                <a:cubicBezTo>
                  <a:pt x="7451201" y="0"/>
                  <a:pt x="7516872" y="65671"/>
                  <a:pt x="7516872" y="146680"/>
                </a:cubicBezTo>
                <a:lnTo>
                  <a:pt x="7516872" y="3043407"/>
                </a:lnTo>
                <a:cubicBezTo>
                  <a:pt x="7516872" y="3124416"/>
                  <a:pt x="7451201" y="3190087"/>
                  <a:pt x="7370192" y="3190087"/>
                </a:cubicBezTo>
                <a:lnTo>
                  <a:pt x="48890" y="3190087"/>
                </a:lnTo>
                <a:cubicBezTo>
                  <a:pt x="21907" y="3190087"/>
                  <a:pt x="0" y="3168180"/>
                  <a:pt x="0" y="3141197"/>
                </a:cubicBezTo>
                <a:lnTo>
                  <a:pt x="0" y="48890"/>
                </a:lnTo>
                <a:cubicBezTo>
                  <a:pt x="0" y="21907"/>
                  <a:pt x="21907" y="0"/>
                  <a:pt x="48890" y="0"/>
                </a:cubicBezTo>
                <a:close/>
              </a:path>
            </a:pathLst>
          </a:custGeom>
          <a:solidFill>
            <a:srgbClr val="2D3748"/>
          </a:solidFill>
          <a:ln/>
        </p:spPr>
      </p:sp>
      <p:sp>
        <p:nvSpPr>
          <p:cNvPr id="8" name="Shape 6"/>
          <p:cNvSpPr/>
          <p:nvPr/>
        </p:nvSpPr>
        <p:spPr>
          <a:xfrm>
            <a:off x="513347" y="1711158"/>
            <a:ext cx="48890" cy="3190087"/>
          </a:xfrm>
          <a:custGeom>
            <a:avLst/>
            <a:gdLst/>
            <a:ahLst/>
            <a:cxnLst/>
            <a:rect l="l" t="t" r="r" b="b"/>
            <a:pathLst>
              <a:path w="48890" h="3190087">
                <a:moveTo>
                  <a:pt x="48890" y="0"/>
                </a:moveTo>
                <a:lnTo>
                  <a:pt x="48890" y="0"/>
                </a:lnTo>
                <a:lnTo>
                  <a:pt x="48890" y="3190087"/>
                </a:lnTo>
                <a:lnTo>
                  <a:pt x="48890" y="3190087"/>
                </a:lnTo>
                <a:cubicBezTo>
                  <a:pt x="21907" y="3190087"/>
                  <a:pt x="0" y="3168180"/>
                  <a:pt x="0" y="3141197"/>
                </a:cubicBezTo>
                <a:lnTo>
                  <a:pt x="0" y="48890"/>
                </a:lnTo>
                <a:cubicBezTo>
                  <a:pt x="0" y="21907"/>
                  <a:pt x="21907" y="0"/>
                  <a:pt x="48890" y="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9" name="Shape 7"/>
          <p:cNvSpPr/>
          <p:nvPr/>
        </p:nvSpPr>
        <p:spPr>
          <a:xfrm>
            <a:off x="825023" y="1955609"/>
            <a:ext cx="183338" cy="293341"/>
          </a:xfrm>
          <a:custGeom>
            <a:avLst/>
            <a:gdLst/>
            <a:ahLst/>
            <a:cxnLst/>
            <a:rect l="l" t="t" r="r" b="b"/>
            <a:pathLst>
              <a:path w="183338" h="293341">
                <a:moveTo>
                  <a:pt x="91669" y="0"/>
                </a:moveTo>
                <a:cubicBezTo>
                  <a:pt x="61304" y="0"/>
                  <a:pt x="36668" y="24636"/>
                  <a:pt x="36668" y="55002"/>
                </a:cubicBezTo>
                <a:lnTo>
                  <a:pt x="36668" y="149363"/>
                </a:lnTo>
                <a:cubicBezTo>
                  <a:pt x="19766" y="164432"/>
                  <a:pt x="9167" y="186432"/>
                  <a:pt x="9167" y="210839"/>
                </a:cubicBezTo>
                <a:cubicBezTo>
                  <a:pt x="9167" y="256387"/>
                  <a:pt x="46121" y="293341"/>
                  <a:pt x="91669" y="293341"/>
                </a:cubicBezTo>
                <a:cubicBezTo>
                  <a:pt x="137217" y="293341"/>
                  <a:pt x="174171" y="256387"/>
                  <a:pt x="174171" y="210839"/>
                </a:cubicBezTo>
                <a:cubicBezTo>
                  <a:pt x="174171" y="186432"/>
                  <a:pt x="163572" y="164432"/>
                  <a:pt x="146671" y="149363"/>
                </a:cubicBezTo>
                <a:lnTo>
                  <a:pt x="146671" y="55002"/>
                </a:lnTo>
                <a:cubicBezTo>
                  <a:pt x="146671" y="24636"/>
                  <a:pt x="122035" y="0"/>
                  <a:pt x="91669" y="0"/>
                </a:cubicBezTo>
                <a:close/>
                <a:moveTo>
                  <a:pt x="128337" y="210839"/>
                </a:moveTo>
                <a:cubicBezTo>
                  <a:pt x="128337" y="231064"/>
                  <a:pt x="111894" y="247507"/>
                  <a:pt x="91669" y="247507"/>
                </a:cubicBezTo>
                <a:cubicBezTo>
                  <a:pt x="71445" y="247507"/>
                  <a:pt x="55002" y="231064"/>
                  <a:pt x="55002" y="210839"/>
                </a:cubicBezTo>
                <a:cubicBezTo>
                  <a:pt x="55002" y="195427"/>
                  <a:pt x="64455" y="182250"/>
                  <a:pt x="77919" y="176864"/>
                </a:cubicBezTo>
                <a:lnTo>
                  <a:pt x="77919" y="123753"/>
                </a:lnTo>
                <a:cubicBezTo>
                  <a:pt x="77919" y="116133"/>
                  <a:pt x="84049" y="110003"/>
                  <a:pt x="91669" y="110003"/>
                </a:cubicBezTo>
                <a:cubicBezTo>
                  <a:pt x="99289" y="110003"/>
                  <a:pt x="105420" y="116133"/>
                  <a:pt x="105420" y="123753"/>
                </a:cubicBezTo>
                <a:lnTo>
                  <a:pt x="105420" y="176864"/>
                </a:lnTo>
                <a:cubicBezTo>
                  <a:pt x="118883" y="182307"/>
                  <a:pt x="128337" y="195485"/>
                  <a:pt x="128337" y="210839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10" name="Text 8"/>
          <p:cNvSpPr/>
          <p:nvPr/>
        </p:nvSpPr>
        <p:spPr>
          <a:xfrm>
            <a:off x="1100030" y="1906719"/>
            <a:ext cx="6881299" cy="3911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310" b="1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Problem</a:t>
            </a:r>
            <a:endParaRPr lang="en-US" sz="1600"/>
          </a:p>
        </p:txBody>
      </p:sp>
      <p:sp>
        <p:nvSpPr>
          <p:cNvPr id="11" name="Text 9"/>
          <p:cNvSpPr/>
          <p:nvPr/>
        </p:nvSpPr>
        <p:spPr>
          <a:xfrm>
            <a:off x="733353" y="2444511"/>
            <a:ext cx="7211308" cy="7211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732" b="1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How can we accurately predict tomorrow's temperature?</a:t>
            </a:r>
            <a:r>
              <a:rPr lang="en-US" sz="1732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This is the fundamental challenge we're addressing with our IoT analytics platform.</a:t>
            </a:r>
            <a:endParaRPr lang="en-US" sz="1600"/>
          </a:p>
        </p:txBody>
      </p:sp>
      <p:sp>
        <p:nvSpPr>
          <p:cNvPr id="12" name="Text 10"/>
          <p:cNvSpPr/>
          <p:nvPr/>
        </p:nvSpPr>
        <p:spPr>
          <a:xfrm>
            <a:off x="733353" y="3306202"/>
            <a:ext cx="7199086" cy="635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4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We're treating a public Kaggle dataset as </a:t>
            </a:r>
            <a:r>
              <a:rPr lang="en-US" sz="1540" b="1">
                <a:solidFill>
                  <a:srgbClr val="4FD1C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virtual IoT sensors</a:t>
            </a:r>
            <a:r>
              <a:rPr lang="en-US" sz="154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from 1000+ cities, creating an end-to-end IoT system architecture.</a:t>
            </a:r>
            <a:endParaRPr lang="en-US" sz="1600"/>
          </a:p>
        </p:txBody>
      </p:sp>
      <p:sp>
        <p:nvSpPr>
          <p:cNvPr id="13" name="Shape 11"/>
          <p:cNvSpPr/>
          <p:nvPr/>
        </p:nvSpPr>
        <p:spPr>
          <a:xfrm>
            <a:off x="513347" y="5099862"/>
            <a:ext cx="7516872" cy="3556764"/>
          </a:xfrm>
          <a:custGeom>
            <a:avLst/>
            <a:gdLst/>
            <a:ahLst/>
            <a:cxnLst/>
            <a:rect l="l" t="t" r="r" b="b"/>
            <a:pathLst>
              <a:path w="7516872" h="3556764">
                <a:moveTo>
                  <a:pt x="48890" y="0"/>
                </a:moveTo>
                <a:lnTo>
                  <a:pt x="7370191" y="0"/>
                </a:lnTo>
                <a:cubicBezTo>
                  <a:pt x="7451201" y="0"/>
                  <a:pt x="7516872" y="65671"/>
                  <a:pt x="7516872" y="146681"/>
                </a:cubicBezTo>
                <a:lnTo>
                  <a:pt x="7516872" y="3410083"/>
                </a:lnTo>
                <a:cubicBezTo>
                  <a:pt x="7516872" y="3491093"/>
                  <a:pt x="7451201" y="3556764"/>
                  <a:pt x="7370191" y="3556764"/>
                </a:cubicBezTo>
                <a:lnTo>
                  <a:pt x="48890" y="3556764"/>
                </a:lnTo>
                <a:cubicBezTo>
                  <a:pt x="21889" y="3556764"/>
                  <a:pt x="0" y="3534875"/>
                  <a:pt x="0" y="3507874"/>
                </a:cubicBezTo>
                <a:lnTo>
                  <a:pt x="0" y="48890"/>
                </a:lnTo>
                <a:cubicBezTo>
                  <a:pt x="0" y="21907"/>
                  <a:pt x="21907" y="0"/>
                  <a:pt x="48890" y="0"/>
                </a:cubicBezTo>
                <a:close/>
              </a:path>
            </a:pathLst>
          </a:custGeom>
          <a:solidFill>
            <a:srgbClr val="2D3748"/>
          </a:solidFill>
          <a:ln/>
        </p:spPr>
      </p:sp>
      <p:sp>
        <p:nvSpPr>
          <p:cNvPr id="14" name="Shape 12"/>
          <p:cNvSpPr/>
          <p:nvPr/>
        </p:nvSpPr>
        <p:spPr>
          <a:xfrm>
            <a:off x="513347" y="5099862"/>
            <a:ext cx="48890" cy="3556764"/>
          </a:xfrm>
          <a:custGeom>
            <a:avLst/>
            <a:gdLst/>
            <a:ahLst/>
            <a:cxnLst/>
            <a:rect l="l" t="t" r="r" b="b"/>
            <a:pathLst>
              <a:path w="48890" h="3556764">
                <a:moveTo>
                  <a:pt x="48890" y="0"/>
                </a:moveTo>
                <a:lnTo>
                  <a:pt x="48890" y="0"/>
                </a:lnTo>
                <a:lnTo>
                  <a:pt x="48890" y="3556764"/>
                </a:lnTo>
                <a:lnTo>
                  <a:pt x="48890" y="3556764"/>
                </a:lnTo>
                <a:cubicBezTo>
                  <a:pt x="21889" y="3556764"/>
                  <a:pt x="0" y="3534875"/>
                  <a:pt x="0" y="3507874"/>
                </a:cubicBezTo>
                <a:lnTo>
                  <a:pt x="0" y="48890"/>
                </a:lnTo>
                <a:cubicBezTo>
                  <a:pt x="0" y="21907"/>
                  <a:pt x="21907" y="0"/>
                  <a:pt x="48890" y="0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15" name="Shape 13"/>
          <p:cNvSpPr/>
          <p:nvPr/>
        </p:nvSpPr>
        <p:spPr>
          <a:xfrm>
            <a:off x="788355" y="5344313"/>
            <a:ext cx="256674" cy="293341"/>
          </a:xfrm>
          <a:custGeom>
            <a:avLst/>
            <a:gdLst/>
            <a:ahLst/>
            <a:cxnLst/>
            <a:rect l="l" t="t" r="r" b="b"/>
            <a:pathLst>
              <a:path w="256674" h="293341">
                <a:moveTo>
                  <a:pt x="256674" y="117909"/>
                </a:moveTo>
                <a:cubicBezTo>
                  <a:pt x="248194" y="123524"/>
                  <a:pt x="238454" y="128050"/>
                  <a:pt x="228314" y="131660"/>
                </a:cubicBezTo>
                <a:cubicBezTo>
                  <a:pt x="201386" y="141285"/>
                  <a:pt x="166036" y="146671"/>
                  <a:pt x="128337" y="146671"/>
                </a:cubicBezTo>
                <a:cubicBezTo>
                  <a:pt x="90638" y="146671"/>
                  <a:pt x="55231" y="141228"/>
                  <a:pt x="28360" y="131660"/>
                </a:cubicBezTo>
                <a:cubicBezTo>
                  <a:pt x="18277" y="128050"/>
                  <a:pt x="8479" y="123524"/>
                  <a:pt x="0" y="117909"/>
                </a:cubicBezTo>
                <a:lnTo>
                  <a:pt x="0" y="165005"/>
                </a:lnTo>
                <a:cubicBezTo>
                  <a:pt x="0" y="190328"/>
                  <a:pt x="57465" y="210839"/>
                  <a:pt x="128337" y="210839"/>
                </a:cubicBezTo>
                <a:cubicBezTo>
                  <a:pt x="199209" y="210839"/>
                  <a:pt x="256674" y="190328"/>
                  <a:pt x="256674" y="165005"/>
                </a:cubicBezTo>
                <a:lnTo>
                  <a:pt x="256674" y="117909"/>
                </a:lnTo>
                <a:close/>
                <a:moveTo>
                  <a:pt x="256674" y="73335"/>
                </a:moveTo>
                <a:lnTo>
                  <a:pt x="256674" y="45835"/>
                </a:lnTo>
                <a:cubicBezTo>
                  <a:pt x="256674" y="20511"/>
                  <a:pt x="199209" y="0"/>
                  <a:pt x="128337" y="0"/>
                </a:cubicBezTo>
                <a:cubicBezTo>
                  <a:pt x="57465" y="0"/>
                  <a:pt x="0" y="20511"/>
                  <a:pt x="0" y="45835"/>
                </a:cubicBezTo>
                <a:lnTo>
                  <a:pt x="0" y="73335"/>
                </a:lnTo>
                <a:cubicBezTo>
                  <a:pt x="0" y="98659"/>
                  <a:pt x="57465" y="119170"/>
                  <a:pt x="128337" y="119170"/>
                </a:cubicBezTo>
                <a:cubicBezTo>
                  <a:pt x="199209" y="119170"/>
                  <a:pt x="256674" y="98659"/>
                  <a:pt x="256674" y="73335"/>
                </a:cubicBezTo>
                <a:close/>
                <a:moveTo>
                  <a:pt x="228314" y="223329"/>
                </a:moveTo>
                <a:cubicBezTo>
                  <a:pt x="201443" y="232897"/>
                  <a:pt x="166093" y="238340"/>
                  <a:pt x="128337" y="238340"/>
                </a:cubicBezTo>
                <a:cubicBezTo>
                  <a:pt x="90581" y="238340"/>
                  <a:pt x="55231" y="232897"/>
                  <a:pt x="28360" y="223329"/>
                </a:cubicBezTo>
                <a:cubicBezTo>
                  <a:pt x="18277" y="219720"/>
                  <a:pt x="8479" y="215193"/>
                  <a:pt x="0" y="209579"/>
                </a:cubicBezTo>
                <a:lnTo>
                  <a:pt x="0" y="247507"/>
                </a:lnTo>
                <a:cubicBezTo>
                  <a:pt x="0" y="272830"/>
                  <a:pt x="57465" y="293341"/>
                  <a:pt x="128337" y="293341"/>
                </a:cubicBezTo>
                <a:cubicBezTo>
                  <a:pt x="199209" y="293341"/>
                  <a:pt x="256674" y="272830"/>
                  <a:pt x="256674" y="247507"/>
                </a:cubicBezTo>
                <a:lnTo>
                  <a:pt x="256674" y="209579"/>
                </a:lnTo>
                <a:cubicBezTo>
                  <a:pt x="248194" y="215193"/>
                  <a:pt x="238454" y="219720"/>
                  <a:pt x="228314" y="223329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16" name="Text 14"/>
          <p:cNvSpPr/>
          <p:nvPr/>
        </p:nvSpPr>
        <p:spPr>
          <a:xfrm>
            <a:off x="1100030" y="5295423"/>
            <a:ext cx="6881299" cy="3911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310" b="1">
                <a:solidFill>
                  <a:srgbClr val="F6AD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Dataset Characteristics</a:t>
            </a:r>
            <a:endParaRPr lang="en-US" sz="1600"/>
          </a:p>
        </p:txBody>
      </p:sp>
      <p:sp>
        <p:nvSpPr>
          <p:cNvPr id="17" name="Shape 15"/>
          <p:cNvSpPr/>
          <p:nvPr/>
        </p:nvSpPr>
        <p:spPr>
          <a:xfrm>
            <a:off x="782244" y="5882105"/>
            <a:ext cx="146671" cy="195561"/>
          </a:xfrm>
          <a:custGeom>
            <a:avLst/>
            <a:gdLst/>
            <a:ahLst/>
            <a:cxnLst/>
            <a:rect l="l" t="t" r="r" b="b"/>
            <a:pathLst>
              <a:path w="146671" h="195561">
                <a:moveTo>
                  <a:pt x="0" y="72037"/>
                </a:moveTo>
                <a:cubicBezTo>
                  <a:pt x="0" y="32237"/>
                  <a:pt x="32848" y="0"/>
                  <a:pt x="73335" y="0"/>
                </a:cubicBezTo>
                <a:cubicBezTo>
                  <a:pt x="113823" y="0"/>
                  <a:pt x="146671" y="32237"/>
                  <a:pt x="146671" y="72037"/>
                </a:cubicBezTo>
                <a:cubicBezTo>
                  <a:pt x="146671" y="117604"/>
                  <a:pt x="100760" y="172223"/>
                  <a:pt x="81586" y="193040"/>
                </a:cubicBezTo>
                <a:cubicBezTo>
                  <a:pt x="77078" y="197929"/>
                  <a:pt x="69554" y="197929"/>
                  <a:pt x="65047" y="193040"/>
                </a:cubicBezTo>
                <a:cubicBezTo>
                  <a:pt x="45873" y="172223"/>
                  <a:pt x="-38" y="117604"/>
                  <a:pt x="-38" y="72037"/>
                </a:cubicBezTo>
                <a:close/>
                <a:moveTo>
                  <a:pt x="73335" y="97780"/>
                </a:moveTo>
                <a:cubicBezTo>
                  <a:pt x="86827" y="97780"/>
                  <a:pt x="97780" y="86827"/>
                  <a:pt x="97780" y="73335"/>
                </a:cubicBezTo>
                <a:cubicBezTo>
                  <a:pt x="97780" y="59844"/>
                  <a:pt x="86827" y="48890"/>
                  <a:pt x="73335" y="48890"/>
                </a:cubicBezTo>
                <a:cubicBezTo>
                  <a:pt x="59844" y="48890"/>
                  <a:pt x="48890" y="59844"/>
                  <a:pt x="48890" y="73335"/>
                </a:cubicBezTo>
                <a:cubicBezTo>
                  <a:pt x="48890" y="86827"/>
                  <a:pt x="59844" y="97780"/>
                  <a:pt x="73335" y="9778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18" name="Text 16"/>
          <p:cNvSpPr/>
          <p:nvPr/>
        </p:nvSpPr>
        <p:spPr>
          <a:xfrm>
            <a:off x="1124475" y="5833215"/>
            <a:ext cx="1698935" cy="2933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0" b="1">
                <a:solidFill>
                  <a:srgbClr val="4FD1C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1000+</a:t>
            </a:r>
            <a:r>
              <a:rPr lang="en-US" sz="154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global cities</a:t>
            </a:r>
            <a:endParaRPr lang="en-US" sz="1600"/>
          </a:p>
        </p:txBody>
      </p:sp>
      <p:sp>
        <p:nvSpPr>
          <p:cNvPr id="19" name="Shape 17"/>
          <p:cNvSpPr/>
          <p:nvPr/>
        </p:nvSpPr>
        <p:spPr>
          <a:xfrm>
            <a:off x="757798" y="6273227"/>
            <a:ext cx="195561" cy="195561"/>
          </a:xfrm>
          <a:custGeom>
            <a:avLst/>
            <a:gdLst/>
            <a:ahLst/>
            <a:cxnLst/>
            <a:rect l="l" t="t" r="r" b="b"/>
            <a:pathLst>
              <a:path w="195561" h="195561">
                <a:moveTo>
                  <a:pt x="97780" y="0"/>
                </a:moveTo>
                <a:cubicBezTo>
                  <a:pt x="151747" y="0"/>
                  <a:pt x="195561" y="43814"/>
                  <a:pt x="195561" y="97780"/>
                </a:cubicBezTo>
                <a:cubicBezTo>
                  <a:pt x="195561" y="151747"/>
                  <a:pt x="151747" y="195561"/>
                  <a:pt x="97780" y="195561"/>
                </a:cubicBezTo>
                <a:cubicBezTo>
                  <a:pt x="43814" y="195561"/>
                  <a:pt x="0" y="151747"/>
                  <a:pt x="0" y="97780"/>
                </a:cubicBezTo>
                <a:cubicBezTo>
                  <a:pt x="0" y="43814"/>
                  <a:pt x="43814" y="0"/>
                  <a:pt x="97780" y="0"/>
                </a:cubicBezTo>
                <a:close/>
                <a:moveTo>
                  <a:pt x="88614" y="45835"/>
                </a:moveTo>
                <a:lnTo>
                  <a:pt x="88614" y="97780"/>
                </a:lnTo>
                <a:cubicBezTo>
                  <a:pt x="88614" y="100836"/>
                  <a:pt x="90141" y="103701"/>
                  <a:pt x="92700" y="105420"/>
                </a:cubicBezTo>
                <a:lnTo>
                  <a:pt x="129368" y="129865"/>
                </a:lnTo>
                <a:cubicBezTo>
                  <a:pt x="133570" y="132691"/>
                  <a:pt x="139261" y="131545"/>
                  <a:pt x="142087" y="127306"/>
                </a:cubicBezTo>
                <a:cubicBezTo>
                  <a:pt x="144914" y="123066"/>
                  <a:pt x="143768" y="117413"/>
                  <a:pt x="139528" y="114586"/>
                </a:cubicBezTo>
                <a:lnTo>
                  <a:pt x="106947" y="92891"/>
                </a:lnTo>
                <a:lnTo>
                  <a:pt x="106947" y="45835"/>
                </a:lnTo>
                <a:cubicBezTo>
                  <a:pt x="106947" y="40755"/>
                  <a:pt x="102860" y="36668"/>
                  <a:pt x="97780" y="36668"/>
                </a:cubicBezTo>
                <a:cubicBezTo>
                  <a:pt x="92700" y="36668"/>
                  <a:pt x="88614" y="40755"/>
                  <a:pt x="88614" y="45835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20" name="Text 18"/>
          <p:cNvSpPr/>
          <p:nvPr/>
        </p:nvSpPr>
        <p:spPr>
          <a:xfrm>
            <a:off x="1124475" y="6224337"/>
            <a:ext cx="2151170" cy="2933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0" b="1">
                <a:solidFill>
                  <a:srgbClr val="4FD1C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10+ years</a:t>
            </a:r>
            <a:r>
              <a:rPr lang="en-US" sz="154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historical data</a:t>
            </a:r>
            <a:endParaRPr lang="en-US" sz="1600"/>
          </a:p>
        </p:txBody>
      </p:sp>
      <p:sp>
        <p:nvSpPr>
          <p:cNvPr id="21" name="Shape 19"/>
          <p:cNvSpPr/>
          <p:nvPr/>
        </p:nvSpPr>
        <p:spPr>
          <a:xfrm>
            <a:off x="770021" y="6664349"/>
            <a:ext cx="171116" cy="195561"/>
          </a:xfrm>
          <a:custGeom>
            <a:avLst/>
            <a:gdLst/>
            <a:ahLst/>
            <a:cxnLst/>
            <a:rect l="l" t="t" r="r" b="b"/>
            <a:pathLst>
              <a:path w="171116" h="195561">
                <a:moveTo>
                  <a:pt x="97780" y="61113"/>
                </a:moveTo>
                <a:lnTo>
                  <a:pt x="97780" y="97780"/>
                </a:lnTo>
                <a:lnTo>
                  <a:pt x="146671" y="97780"/>
                </a:lnTo>
                <a:lnTo>
                  <a:pt x="146671" y="61113"/>
                </a:lnTo>
                <a:lnTo>
                  <a:pt x="97780" y="61113"/>
                </a:lnTo>
                <a:close/>
                <a:moveTo>
                  <a:pt x="73335" y="61113"/>
                </a:moveTo>
                <a:lnTo>
                  <a:pt x="24445" y="61113"/>
                </a:lnTo>
                <a:lnTo>
                  <a:pt x="24445" y="97780"/>
                </a:lnTo>
                <a:lnTo>
                  <a:pt x="73335" y="97780"/>
                </a:lnTo>
                <a:lnTo>
                  <a:pt x="73335" y="61113"/>
                </a:lnTo>
                <a:close/>
                <a:moveTo>
                  <a:pt x="0" y="122226"/>
                </a:moveTo>
                <a:lnTo>
                  <a:pt x="0" y="36668"/>
                </a:lnTo>
                <a:cubicBezTo>
                  <a:pt x="0" y="23185"/>
                  <a:pt x="10962" y="12223"/>
                  <a:pt x="24445" y="12223"/>
                </a:cubicBezTo>
                <a:lnTo>
                  <a:pt x="146671" y="12223"/>
                </a:lnTo>
                <a:cubicBezTo>
                  <a:pt x="160154" y="12223"/>
                  <a:pt x="171116" y="23185"/>
                  <a:pt x="171116" y="36668"/>
                </a:cubicBezTo>
                <a:lnTo>
                  <a:pt x="171116" y="158893"/>
                </a:lnTo>
                <a:cubicBezTo>
                  <a:pt x="171116" y="172376"/>
                  <a:pt x="160154" y="183338"/>
                  <a:pt x="146671" y="183338"/>
                </a:cubicBezTo>
                <a:lnTo>
                  <a:pt x="24445" y="183338"/>
                </a:lnTo>
                <a:cubicBezTo>
                  <a:pt x="10962" y="183338"/>
                  <a:pt x="0" y="172376"/>
                  <a:pt x="0" y="158893"/>
                </a:cubicBezTo>
                <a:lnTo>
                  <a:pt x="0" y="122226"/>
                </a:lnTo>
                <a:close/>
                <a:moveTo>
                  <a:pt x="146671" y="122226"/>
                </a:moveTo>
                <a:lnTo>
                  <a:pt x="97780" y="122226"/>
                </a:lnTo>
                <a:lnTo>
                  <a:pt x="97780" y="158893"/>
                </a:lnTo>
                <a:lnTo>
                  <a:pt x="146671" y="158893"/>
                </a:lnTo>
                <a:lnTo>
                  <a:pt x="146671" y="122226"/>
                </a:lnTo>
                <a:close/>
                <a:moveTo>
                  <a:pt x="73335" y="158893"/>
                </a:moveTo>
                <a:lnTo>
                  <a:pt x="73335" y="122226"/>
                </a:lnTo>
                <a:lnTo>
                  <a:pt x="24445" y="122226"/>
                </a:lnTo>
                <a:lnTo>
                  <a:pt x="24445" y="158893"/>
                </a:lnTo>
                <a:lnTo>
                  <a:pt x="73335" y="158893"/>
                </a:ln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22" name="Text 20"/>
          <p:cNvSpPr/>
          <p:nvPr/>
        </p:nvSpPr>
        <p:spPr>
          <a:xfrm>
            <a:off x="1124475" y="6615459"/>
            <a:ext cx="1870051" cy="2933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0" b="1">
                <a:solidFill>
                  <a:srgbClr val="4FD1C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1M+</a:t>
            </a:r>
            <a:r>
              <a:rPr lang="en-US" sz="154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weather records</a:t>
            </a:r>
            <a:endParaRPr lang="en-US" sz="1600"/>
          </a:p>
        </p:txBody>
      </p:sp>
      <p:sp>
        <p:nvSpPr>
          <p:cNvPr id="23" name="Shape 21"/>
          <p:cNvSpPr/>
          <p:nvPr/>
        </p:nvSpPr>
        <p:spPr>
          <a:xfrm>
            <a:off x="757798" y="7055471"/>
            <a:ext cx="195561" cy="195561"/>
          </a:xfrm>
          <a:custGeom>
            <a:avLst/>
            <a:gdLst/>
            <a:ahLst/>
            <a:cxnLst/>
            <a:rect l="l" t="t" r="r" b="b"/>
            <a:pathLst>
              <a:path w="195561" h="195561">
                <a:moveTo>
                  <a:pt x="12223" y="12223"/>
                </a:moveTo>
                <a:cubicBezTo>
                  <a:pt x="18983" y="12223"/>
                  <a:pt x="24445" y="17685"/>
                  <a:pt x="24445" y="24445"/>
                </a:cubicBezTo>
                <a:lnTo>
                  <a:pt x="24445" y="152782"/>
                </a:lnTo>
                <a:cubicBezTo>
                  <a:pt x="24445" y="156143"/>
                  <a:pt x="27195" y="158893"/>
                  <a:pt x="30556" y="158893"/>
                </a:cubicBezTo>
                <a:lnTo>
                  <a:pt x="183338" y="158893"/>
                </a:lnTo>
                <a:cubicBezTo>
                  <a:pt x="190099" y="158893"/>
                  <a:pt x="195561" y="164355"/>
                  <a:pt x="195561" y="171116"/>
                </a:cubicBezTo>
                <a:cubicBezTo>
                  <a:pt x="195561" y="177876"/>
                  <a:pt x="190099" y="183338"/>
                  <a:pt x="183338" y="183338"/>
                </a:cubicBezTo>
                <a:lnTo>
                  <a:pt x="30556" y="183338"/>
                </a:lnTo>
                <a:cubicBezTo>
                  <a:pt x="13674" y="183338"/>
                  <a:pt x="0" y="169664"/>
                  <a:pt x="0" y="152782"/>
                </a:cubicBezTo>
                <a:lnTo>
                  <a:pt x="0" y="24445"/>
                </a:lnTo>
                <a:cubicBezTo>
                  <a:pt x="0" y="17685"/>
                  <a:pt x="5462" y="12223"/>
                  <a:pt x="12223" y="12223"/>
                </a:cubicBezTo>
                <a:close/>
                <a:moveTo>
                  <a:pt x="48890" y="36668"/>
                </a:moveTo>
                <a:cubicBezTo>
                  <a:pt x="48890" y="29907"/>
                  <a:pt x="54352" y="24445"/>
                  <a:pt x="61113" y="24445"/>
                </a:cubicBezTo>
                <a:lnTo>
                  <a:pt x="134448" y="24445"/>
                </a:lnTo>
                <a:cubicBezTo>
                  <a:pt x="141209" y="24445"/>
                  <a:pt x="146671" y="29907"/>
                  <a:pt x="146671" y="36668"/>
                </a:cubicBezTo>
                <a:cubicBezTo>
                  <a:pt x="146671" y="43428"/>
                  <a:pt x="141209" y="48890"/>
                  <a:pt x="134448" y="48890"/>
                </a:cubicBezTo>
                <a:lnTo>
                  <a:pt x="61113" y="48890"/>
                </a:lnTo>
                <a:cubicBezTo>
                  <a:pt x="54352" y="48890"/>
                  <a:pt x="48890" y="43428"/>
                  <a:pt x="48890" y="36668"/>
                </a:cubicBezTo>
                <a:close/>
                <a:moveTo>
                  <a:pt x="61113" y="67224"/>
                </a:moveTo>
                <a:lnTo>
                  <a:pt x="110003" y="67224"/>
                </a:lnTo>
                <a:cubicBezTo>
                  <a:pt x="116764" y="67224"/>
                  <a:pt x="122226" y="72686"/>
                  <a:pt x="122226" y="79447"/>
                </a:cubicBezTo>
                <a:cubicBezTo>
                  <a:pt x="122226" y="86207"/>
                  <a:pt x="116764" y="91669"/>
                  <a:pt x="110003" y="91669"/>
                </a:cubicBezTo>
                <a:lnTo>
                  <a:pt x="61113" y="91669"/>
                </a:lnTo>
                <a:cubicBezTo>
                  <a:pt x="54352" y="91669"/>
                  <a:pt x="48890" y="86207"/>
                  <a:pt x="48890" y="79447"/>
                </a:cubicBezTo>
                <a:cubicBezTo>
                  <a:pt x="48890" y="72686"/>
                  <a:pt x="54352" y="67224"/>
                  <a:pt x="61113" y="67224"/>
                </a:cubicBezTo>
                <a:close/>
                <a:moveTo>
                  <a:pt x="61113" y="110003"/>
                </a:moveTo>
                <a:lnTo>
                  <a:pt x="158893" y="110003"/>
                </a:lnTo>
                <a:cubicBezTo>
                  <a:pt x="165654" y="110003"/>
                  <a:pt x="171116" y="115465"/>
                  <a:pt x="171116" y="122226"/>
                </a:cubicBezTo>
                <a:cubicBezTo>
                  <a:pt x="171116" y="128986"/>
                  <a:pt x="165654" y="134448"/>
                  <a:pt x="158893" y="134448"/>
                </a:cubicBezTo>
                <a:lnTo>
                  <a:pt x="61113" y="134448"/>
                </a:lnTo>
                <a:cubicBezTo>
                  <a:pt x="54352" y="134448"/>
                  <a:pt x="48890" y="128986"/>
                  <a:pt x="48890" y="122226"/>
                </a:cubicBezTo>
                <a:cubicBezTo>
                  <a:pt x="48890" y="115465"/>
                  <a:pt x="54352" y="110003"/>
                  <a:pt x="61113" y="110003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24" name="Text 22"/>
          <p:cNvSpPr/>
          <p:nvPr/>
        </p:nvSpPr>
        <p:spPr>
          <a:xfrm>
            <a:off x="1124475" y="7006580"/>
            <a:ext cx="4229005" cy="2933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Multiple features: temp, humidity, pressure, wind</a:t>
            </a:r>
            <a:endParaRPr lang="en-US" sz="1600"/>
          </a:p>
        </p:txBody>
      </p:sp>
      <p:sp>
        <p:nvSpPr>
          <p:cNvPr id="25" name="Shape 23"/>
          <p:cNvSpPr/>
          <p:nvPr/>
        </p:nvSpPr>
        <p:spPr>
          <a:xfrm>
            <a:off x="757798" y="7446592"/>
            <a:ext cx="195561" cy="195561"/>
          </a:xfrm>
          <a:custGeom>
            <a:avLst/>
            <a:gdLst/>
            <a:ahLst/>
            <a:cxnLst/>
            <a:rect l="l" t="t" r="r" b="b"/>
            <a:pathLst>
              <a:path w="195561" h="195561">
                <a:moveTo>
                  <a:pt x="97780" y="195561"/>
                </a:moveTo>
                <a:cubicBezTo>
                  <a:pt x="151747" y="195561"/>
                  <a:pt x="195561" y="151747"/>
                  <a:pt x="195561" y="97780"/>
                </a:cubicBezTo>
                <a:cubicBezTo>
                  <a:pt x="195561" y="43814"/>
                  <a:pt x="151747" y="0"/>
                  <a:pt x="97780" y="0"/>
                </a:cubicBezTo>
                <a:cubicBezTo>
                  <a:pt x="43814" y="0"/>
                  <a:pt x="0" y="43814"/>
                  <a:pt x="0" y="97780"/>
                </a:cubicBezTo>
                <a:cubicBezTo>
                  <a:pt x="0" y="151747"/>
                  <a:pt x="43814" y="195561"/>
                  <a:pt x="97780" y="195561"/>
                </a:cubicBezTo>
                <a:close/>
                <a:moveTo>
                  <a:pt x="130017" y="81242"/>
                </a:moveTo>
                <a:lnTo>
                  <a:pt x="99461" y="130132"/>
                </a:lnTo>
                <a:cubicBezTo>
                  <a:pt x="97857" y="132691"/>
                  <a:pt x="95107" y="134295"/>
                  <a:pt x="92089" y="134448"/>
                </a:cubicBezTo>
                <a:cubicBezTo>
                  <a:pt x="89072" y="134601"/>
                  <a:pt x="86169" y="133226"/>
                  <a:pt x="84374" y="130781"/>
                </a:cubicBezTo>
                <a:lnTo>
                  <a:pt x="66040" y="106336"/>
                </a:lnTo>
                <a:cubicBezTo>
                  <a:pt x="62984" y="102288"/>
                  <a:pt x="63825" y="96558"/>
                  <a:pt x="67873" y="93503"/>
                </a:cubicBezTo>
                <a:cubicBezTo>
                  <a:pt x="71922" y="90447"/>
                  <a:pt x="77651" y="91287"/>
                  <a:pt x="80707" y="95336"/>
                </a:cubicBezTo>
                <a:lnTo>
                  <a:pt x="91020" y="109086"/>
                </a:lnTo>
                <a:lnTo>
                  <a:pt x="114472" y="71540"/>
                </a:lnTo>
                <a:cubicBezTo>
                  <a:pt x="117146" y="67262"/>
                  <a:pt x="122798" y="65925"/>
                  <a:pt x="127115" y="68637"/>
                </a:cubicBezTo>
                <a:cubicBezTo>
                  <a:pt x="131431" y="71349"/>
                  <a:pt x="132729" y="76964"/>
                  <a:pt x="130017" y="8128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26" name="Text 24"/>
          <p:cNvSpPr/>
          <p:nvPr/>
        </p:nvSpPr>
        <p:spPr>
          <a:xfrm>
            <a:off x="1124475" y="7397702"/>
            <a:ext cx="2921191" cy="2933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0" b="1">
                <a:solidFill>
                  <a:srgbClr val="4FD1C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&lt;5%</a:t>
            </a:r>
            <a:r>
              <a:rPr lang="en-US" sz="154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missing values (interpolated)</a:t>
            </a:r>
            <a:endParaRPr lang="en-US" sz="1600"/>
          </a:p>
        </p:txBody>
      </p:sp>
      <p:sp>
        <p:nvSpPr>
          <p:cNvPr id="27" name="Shape 25"/>
          <p:cNvSpPr/>
          <p:nvPr/>
        </p:nvSpPr>
        <p:spPr>
          <a:xfrm>
            <a:off x="8230670" y="1717269"/>
            <a:ext cx="7529095" cy="4950135"/>
          </a:xfrm>
          <a:custGeom>
            <a:avLst/>
            <a:gdLst/>
            <a:ahLst/>
            <a:cxnLst/>
            <a:rect l="l" t="t" r="r" b="b"/>
            <a:pathLst>
              <a:path w="7529095" h="4950135">
                <a:moveTo>
                  <a:pt x="146673" y="0"/>
                </a:moveTo>
                <a:lnTo>
                  <a:pt x="7382422" y="0"/>
                </a:lnTo>
                <a:cubicBezTo>
                  <a:pt x="7463427" y="0"/>
                  <a:pt x="7529095" y="65668"/>
                  <a:pt x="7529095" y="146673"/>
                </a:cubicBezTo>
                <a:lnTo>
                  <a:pt x="7529095" y="4803463"/>
                </a:lnTo>
                <a:cubicBezTo>
                  <a:pt x="7529095" y="4884468"/>
                  <a:pt x="7463427" y="4950135"/>
                  <a:pt x="7382422" y="4950135"/>
                </a:cubicBezTo>
                <a:lnTo>
                  <a:pt x="146673" y="4950135"/>
                </a:lnTo>
                <a:cubicBezTo>
                  <a:pt x="65668" y="4950135"/>
                  <a:pt x="0" y="4884468"/>
                  <a:pt x="0" y="4803463"/>
                </a:cubicBezTo>
                <a:lnTo>
                  <a:pt x="0" y="146673"/>
                </a:lnTo>
                <a:cubicBezTo>
                  <a:pt x="0" y="65668"/>
                  <a:pt x="65668" y="0"/>
                  <a:pt x="146673" y="0"/>
                </a:cubicBezTo>
                <a:close/>
              </a:path>
            </a:pathLst>
          </a:custGeom>
          <a:solidFill>
            <a:srgbClr val="2D3748"/>
          </a:solidFill>
          <a:ln w="12700">
            <a:solidFill>
              <a:srgbClr val="4FD1C5">
                <a:alpha val="30196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469010" y="1967832"/>
            <a:ext cx="293341" cy="293341"/>
          </a:xfrm>
          <a:custGeom>
            <a:avLst/>
            <a:gdLst/>
            <a:ahLst/>
            <a:cxnLst/>
            <a:rect l="l" t="t" r="r" b="b"/>
            <a:pathLst>
              <a:path w="293341" h="293341">
                <a:moveTo>
                  <a:pt x="146671" y="293341"/>
                </a:moveTo>
                <a:cubicBezTo>
                  <a:pt x="227620" y="293341"/>
                  <a:pt x="293341" y="227620"/>
                  <a:pt x="293341" y="146671"/>
                </a:cubicBezTo>
                <a:cubicBezTo>
                  <a:pt x="293341" y="65721"/>
                  <a:pt x="227620" y="0"/>
                  <a:pt x="146671" y="0"/>
                </a:cubicBezTo>
                <a:cubicBezTo>
                  <a:pt x="65721" y="0"/>
                  <a:pt x="0" y="65721"/>
                  <a:pt x="0" y="146671"/>
                </a:cubicBezTo>
                <a:cubicBezTo>
                  <a:pt x="0" y="227620"/>
                  <a:pt x="65721" y="293341"/>
                  <a:pt x="146671" y="293341"/>
                </a:cubicBezTo>
                <a:close/>
                <a:moveTo>
                  <a:pt x="146671" y="100836"/>
                </a:moveTo>
                <a:cubicBezTo>
                  <a:pt x="136530" y="100836"/>
                  <a:pt x="128337" y="109029"/>
                  <a:pt x="128337" y="119170"/>
                </a:cubicBezTo>
                <a:cubicBezTo>
                  <a:pt x="128337" y="126790"/>
                  <a:pt x="122206" y="132920"/>
                  <a:pt x="114586" y="132920"/>
                </a:cubicBezTo>
                <a:cubicBezTo>
                  <a:pt x="106966" y="132920"/>
                  <a:pt x="100836" y="126790"/>
                  <a:pt x="100836" y="119170"/>
                </a:cubicBezTo>
                <a:cubicBezTo>
                  <a:pt x="100836" y="93846"/>
                  <a:pt x="121347" y="73335"/>
                  <a:pt x="146671" y="73335"/>
                </a:cubicBezTo>
                <a:cubicBezTo>
                  <a:pt x="171994" y="73335"/>
                  <a:pt x="192505" y="93846"/>
                  <a:pt x="192505" y="119170"/>
                </a:cubicBezTo>
                <a:cubicBezTo>
                  <a:pt x="192505" y="146212"/>
                  <a:pt x="171880" y="157671"/>
                  <a:pt x="160421" y="161853"/>
                </a:cubicBezTo>
                <a:lnTo>
                  <a:pt x="160421" y="164031"/>
                </a:lnTo>
                <a:cubicBezTo>
                  <a:pt x="160421" y="171651"/>
                  <a:pt x="154291" y="177781"/>
                  <a:pt x="146671" y="177781"/>
                </a:cubicBezTo>
                <a:cubicBezTo>
                  <a:pt x="139051" y="177781"/>
                  <a:pt x="132920" y="171651"/>
                  <a:pt x="132920" y="164031"/>
                </a:cubicBezTo>
                <a:lnTo>
                  <a:pt x="132920" y="159390"/>
                </a:lnTo>
                <a:cubicBezTo>
                  <a:pt x="132920" y="147645"/>
                  <a:pt x="141400" y="139223"/>
                  <a:pt x="150166" y="136358"/>
                </a:cubicBezTo>
                <a:cubicBezTo>
                  <a:pt x="153832" y="135155"/>
                  <a:pt x="157728" y="133207"/>
                  <a:pt x="160593" y="130457"/>
                </a:cubicBezTo>
                <a:cubicBezTo>
                  <a:pt x="163057" y="128050"/>
                  <a:pt x="165005" y="124727"/>
                  <a:pt x="165005" y="119227"/>
                </a:cubicBezTo>
                <a:cubicBezTo>
                  <a:pt x="165005" y="109086"/>
                  <a:pt x="156812" y="100893"/>
                  <a:pt x="146671" y="100893"/>
                </a:cubicBezTo>
                <a:close/>
                <a:moveTo>
                  <a:pt x="128337" y="210839"/>
                </a:moveTo>
                <a:cubicBezTo>
                  <a:pt x="128337" y="200720"/>
                  <a:pt x="136552" y="192505"/>
                  <a:pt x="146671" y="192505"/>
                </a:cubicBezTo>
                <a:cubicBezTo>
                  <a:pt x="156789" y="192505"/>
                  <a:pt x="165005" y="200720"/>
                  <a:pt x="165005" y="210839"/>
                </a:cubicBezTo>
                <a:cubicBezTo>
                  <a:pt x="165005" y="220958"/>
                  <a:pt x="156789" y="229173"/>
                  <a:pt x="146671" y="229173"/>
                </a:cubicBezTo>
                <a:cubicBezTo>
                  <a:pt x="136552" y="229173"/>
                  <a:pt x="128337" y="220958"/>
                  <a:pt x="128337" y="210839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29" name="Text 27"/>
          <p:cNvSpPr/>
          <p:nvPr/>
        </p:nvSpPr>
        <p:spPr>
          <a:xfrm>
            <a:off x="8799019" y="1918941"/>
            <a:ext cx="6905744" cy="3911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310" b="1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Does This Matter?</a:t>
            </a:r>
            <a:endParaRPr lang="en-US" sz="1600"/>
          </a:p>
        </p:txBody>
      </p:sp>
      <p:sp>
        <p:nvSpPr>
          <p:cNvPr id="30" name="Shape 28"/>
          <p:cNvSpPr/>
          <p:nvPr/>
        </p:nvSpPr>
        <p:spPr>
          <a:xfrm>
            <a:off x="8432342" y="2456734"/>
            <a:ext cx="3483429" cy="1931164"/>
          </a:xfrm>
          <a:custGeom>
            <a:avLst/>
            <a:gdLst/>
            <a:ahLst/>
            <a:cxnLst/>
            <a:rect l="l" t="t" r="r" b="b"/>
            <a:pathLst>
              <a:path w="3483429" h="1931164">
                <a:moveTo>
                  <a:pt x="97775" y="0"/>
                </a:moveTo>
                <a:lnTo>
                  <a:pt x="3385654" y="0"/>
                </a:lnTo>
                <a:cubicBezTo>
                  <a:pt x="3439653" y="0"/>
                  <a:pt x="3483429" y="43775"/>
                  <a:pt x="3483429" y="97775"/>
                </a:cubicBezTo>
                <a:lnTo>
                  <a:pt x="3483429" y="1833389"/>
                </a:lnTo>
                <a:cubicBezTo>
                  <a:pt x="3483429" y="1887389"/>
                  <a:pt x="3439653" y="1931164"/>
                  <a:pt x="3385654" y="1931164"/>
                </a:cubicBezTo>
                <a:lnTo>
                  <a:pt x="97775" y="1931164"/>
                </a:lnTo>
                <a:cubicBezTo>
                  <a:pt x="43775" y="1931164"/>
                  <a:pt x="0" y="1887389"/>
                  <a:pt x="0" y="1833389"/>
                </a:cubicBezTo>
                <a:lnTo>
                  <a:pt x="0" y="97775"/>
                </a:lnTo>
                <a:cubicBezTo>
                  <a:pt x="0" y="43811"/>
                  <a:pt x="43811" y="0"/>
                  <a:pt x="97775" y="0"/>
                </a:cubicBezTo>
                <a:close/>
              </a:path>
            </a:pathLst>
          </a:custGeom>
          <a:solidFill>
            <a:srgbClr val="1A202C"/>
          </a:solidFill>
          <a:ln/>
        </p:spPr>
      </p:sp>
      <p:sp>
        <p:nvSpPr>
          <p:cNvPr id="31" name="Shape 29"/>
          <p:cNvSpPr/>
          <p:nvPr/>
        </p:nvSpPr>
        <p:spPr>
          <a:xfrm>
            <a:off x="8627903" y="2652295"/>
            <a:ext cx="488902" cy="488902"/>
          </a:xfrm>
          <a:custGeom>
            <a:avLst/>
            <a:gdLst/>
            <a:ahLst/>
            <a:cxnLst/>
            <a:rect l="l" t="t" r="r" b="b"/>
            <a:pathLst>
              <a:path w="488902" h="488902">
                <a:moveTo>
                  <a:pt x="97780" y="0"/>
                </a:moveTo>
                <a:lnTo>
                  <a:pt x="391122" y="0"/>
                </a:lnTo>
                <a:cubicBezTo>
                  <a:pt x="445088" y="0"/>
                  <a:pt x="488902" y="43814"/>
                  <a:pt x="488902" y="97780"/>
                </a:cubicBezTo>
                <a:lnTo>
                  <a:pt x="488902" y="391122"/>
                </a:lnTo>
                <a:cubicBezTo>
                  <a:pt x="488902" y="445088"/>
                  <a:pt x="445088" y="488902"/>
                  <a:pt x="391122" y="488902"/>
                </a:cubicBezTo>
                <a:lnTo>
                  <a:pt x="97780" y="488902"/>
                </a:lnTo>
                <a:cubicBezTo>
                  <a:pt x="43814" y="488902"/>
                  <a:pt x="0" y="445088"/>
                  <a:pt x="0" y="391122"/>
                </a:cubicBezTo>
                <a:lnTo>
                  <a:pt x="0" y="97780"/>
                </a:lnTo>
                <a:cubicBezTo>
                  <a:pt x="0" y="43814"/>
                  <a:pt x="43814" y="0"/>
                  <a:pt x="97780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8779157" y="2786743"/>
            <a:ext cx="192505" cy="220006"/>
          </a:xfrm>
          <a:custGeom>
            <a:avLst/>
            <a:gdLst/>
            <a:ahLst/>
            <a:cxnLst/>
            <a:rect l="l" t="t" r="r" b="b"/>
            <a:pathLst>
              <a:path w="192505" h="220006">
                <a:moveTo>
                  <a:pt x="145582" y="-4254"/>
                </a:moveTo>
                <a:cubicBezTo>
                  <a:pt x="150696" y="-559"/>
                  <a:pt x="152586" y="6145"/>
                  <a:pt x="150266" y="11989"/>
                </a:cubicBezTo>
                <a:lnTo>
                  <a:pt x="116577" y="96253"/>
                </a:lnTo>
                <a:lnTo>
                  <a:pt x="178755" y="96253"/>
                </a:lnTo>
                <a:cubicBezTo>
                  <a:pt x="184556" y="96253"/>
                  <a:pt x="189712" y="99862"/>
                  <a:pt x="191689" y="105319"/>
                </a:cubicBezTo>
                <a:cubicBezTo>
                  <a:pt x="193665" y="110776"/>
                  <a:pt x="191990" y="116878"/>
                  <a:pt x="187564" y="120574"/>
                </a:cubicBezTo>
                <a:lnTo>
                  <a:pt x="63810" y="223701"/>
                </a:lnTo>
                <a:cubicBezTo>
                  <a:pt x="58955" y="227741"/>
                  <a:pt x="52037" y="227955"/>
                  <a:pt x="46923" y="224260"/>
                </a:cubicBezTo>
                <a:cubicBezTo>
                  <a:pt x="41810" y="220565"/>
                  <a:pt x="39919" y="213861"/>
                  <a:pt x="42239" y="208017"/>
                </a:cubicBezTo>
                <a:lnTo>
                  <a:pt x="75928" y="123753"/>
                </a:lnTo>
                <a:lnTo>
                  <a:pt x="13750" y="123753"/>
                </a:lnTo>
                <a:cubicBezTo>
                  <a:pt x="7949" y="123753"/>
                  <a:pt x="2793" y="120144"/>
                  <a:pt x="816" y="114687"/>
                </a:cubicBezTo>
                <a:cubicBezTo>
                  <a:pt x="-1160" y="109230"/>
                  <a:pt x="516" y="103128"/>
                  <a:pt x="4942" y="99432"/>
                </a:cubicBezTo>
                <a:lnTo>
                  <a:pt x="128695" y="-3695"/>
                </a:lnTo>
                <a:cubicBezTo>
                  <a:pt x="133551" y="-7735"/>
                  <a:pt x="140469" y="-7949"/>
                  <a:pt x="145582" y="-4254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33" name="Text 31"/>
          <p:cNvSpPr/>
          <p:nvPr/>
        </p:nvSpPr>
        <p:spPr>
          <a:xfrm>
            <a:off x="9263476" y="2725630"/>
            <a:ext cx="1747826" cy="342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32" b="1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Energy Planning</a:t>
            </a:r>
            <a:endParaRPr lang="en-US" sz="1600"/>
          </a:p>
        </p:txBody>
      </p:sp>
      <p:sp>
        <p:nvSpPr>
          <p:cNvPr id="34" name="Text 32"/>
          <p:cNvSpPr/>
          <p:nvPr/>
        </p:nvSpPr>
        <p:spPr>
          <a:xfrm>
            <a:off x="8627903" y="3238977"/>
            <a:ext cx="3190087" cy="9533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4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Forecast demand for heating/cooling systems to optimize resource allocation.</a:t>
            </a:r>
            <a:endParaRPr lang="en-US" sz="1600"/>
          </a:p>
        </p:txBody>
      </p:sp>
      <p:sp>
        <p:nvSpPr>
          <p:cNvPr id="35" name="Shape 33"/>
          <p:cNvSpPr/>
          <p:nvPr/>
        </p:nvSpPr>
        <p:spPr>
          <a:xfrm>
            <a:off x="12067941" y="2456734"/>
            <a:ext cx="3483429" cy="1931164"/>
          </a:xfrm>
          <a:custGeom>
            <a:avLst/>
            <a:gdLst/>
            <a:ahLst/>
            <a:cxnLst/>
            <a:rect l="l" t="t" r="r" b="b"/>
            <a:pathLst>
              <a:path w="3483429" h="1931164">
                <a:moveTo>
                  <a:pt x="97775" y="0"/>
                </a:moveTo>
                <a:lnTo>
                  <a:pt x="3385654" y="0"/>
                </a:lnTo>
                <a:cubicBezTo>
                  <a:pt x="3439653" y="0"/>
                  <a:pt x="3483429" y="43775"/>
                  <a:pt x="3483429" y="97775"/>
                </a:cubicBezTo>
                <a:lnTo>
                  <a:pt x="3483429" y="1833389"/>
                </a:lnTo>
                <a:cubicBezTo>
                  <a:pt x="3483429" y="1887389"/>
                  <a:pt x="3439653" y="1931164"/>
                  <a:pt x="3385654" y="1931164"/>
                </a:cubicBezTo>
                <a:lnTo>
                  <a:pt x="97775" y="1931164"/>
                </a:lnTo>
                <a:cubicBezTo>
                  <a:pt x="43775" y="1931164"/>
                  <a:pt x="0" y="1887389"/>
                  <a:pt x="0" y="1833389"/>
                </a:cubicBezTo>
                <a:lnTo>
                  <a:pt x="0" y="97775"/>
                </a:lnTo>
                <a:cubicBezTo>
                  <a:pt x="0" y="43811"/>
                  <a:pt x="43811" y="0"/>
                  <a:pt x="97775" y="0"/>
                </a:cubicBezTo>
                <a:close/>
              </a:path>
            </a:pathLst>
          </a:custGeom>
          <a:solidFill>
            <a:srgbClr val="1A202C"/>
          </a:solidFill>
          <a:ln/>
        </p:spPr>
      </p:sp>
      <p:sp>
        <p:nvSpPr>
          <p:cNvPr id="36" name="Shape 34"/>
          <p:cNvSpPr/>
          <p:nvPr/>
        </p:nvSpPr>
        <p:spPr>
          <a:xfrm>
            <a:off x="12263502" y="2652295"/>
            <a:ext cx="488902" cy="488902"/>
          </a:xfrm>
          <a:custGeom>
            <a:avLst/>
            <a:gdLst/>
            <a:ahLst/>
            <a:cxnLst/>
            <a:rect l="l" t="t" r="r" b="b"/>
            <a:pathLst>
              <a:path w="488902" h="488902">
                <a:moveTo>
                  <a:pt x="97780" y="0"/>
                </a:moveTo>
                <a:lnTo>
                  <a:pt x="391122" y="0"/>
                </a:lnTo>
                <a:cubicBezTo>
                  <a:pt x="445088" y="0"/>
                  <a:pt x="488902" y="43814"/>
                  <a:pt x="488902" y="97780"/>
                </a:cubicBezTo>
                <a:lnTo>
                  <a:pt x="488902" y="391122"/>
                </a:lnTo>
                <a:cubicBezTo>
                  <a:pt x="488902" y="445088"/>
                  <a:pt x="445088" y="488902"/>
                  <a:pt x="391122" y="488902"/>
                </a:cubicBezTo>
                <a:lnTo>
                  <a:pt x="97780" y="488902"/>
                </a:lnTo>
                <a:cubicBezTo>
                  <a:pt x="43814" y="488902"/>
                  <a:pt x="0" y="445088"/>
                  <a:pt x="0" y="391122"/>
                </a:cubicBezTo>
                <a:lnTo>
                  <a:pt x="0" y="97780"/>
                </a:lnTo>
                <a:cubicBezTo>
                  <a:pt x="0" y="43814"/>
                  <a:pt x="43814" y="0"/>
                  <a:pt x="97780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2401005" y="2786743"/>
            <a:ext cx="220006" cy="220006"/>
          </a:xfrm>
          <a:custGeom>
            <a:avLst/>
            <a:gdLst/>
            <a:ahLst/>
            <a:cxnLst/>
            <a:rect l="l" t="t" r="r" b="b"/>
            <a:pathLst>
              <a:path w="220006" h="220006">
                <a:moveTo>
                  <a:pt x="220006" y="13750"/>
                </a:moveTo>
                <a:cubicBezTo>
                  <a:pt x="220006" y="60201"/>
                  <a:pt x="187091" y="98960"/>
                  <a:pt x="143348" y="108026"/>
                </a:cubicBezTo>
                <a:cubicBezTo>
                  <a:pt x="139953" y="83061"/>
                  <a:pt x="128738" y="60588"/>
                  <a:pt x="112194" y="43185"/>
                </a:cubicBezTo>
                <a:cubicBezTo>
                  <a:pt x="129425" y="17188"/>
                  <a:pt x="158946" y="0"/>
                  <a:pt x="192505" y="0"/>
                </a:cubicBezTo>
                <a:lnTo>
                  <a:pt x="206256" y="0"/>
                </a:lnTo>
                <a:cubicBezTo>
                  <a:pt x="213861" y="0"/>
                  <a:pt x="220006" y="6145"/>
                  <a:pt x="220006" y="13750"/>
                </a:cubicBezTo>
                <a:close/>
                <a:moveTo>
                  <a:pt x="0" y="41251"/>
                </a:moveTo>
                <a:cubicBezTo>
                  <a:pt x="0" y="33645"/>
                  <a:pt x="6145" y="27501"/>
                  <a:pt x="13750" y="27501"/>
                </a:cubicBezTo>
                <a:lnTo>
                  <a:pt x="27501" y="27501"/>
                </a:lnTo>
                <a:cubicBezTo>
                  <a:pt x="80655" y="27501"/>
                  <a:pt x="123753" y="70600"/>
                  <a:pt x="123753" y="123753"/>
                </a:cubicBezTo>
                <a:lnTo>
                  <a:pt x="123753" y="206256"/>
                </a:lnTo>
                <a:cubicBezTo>
                  <a:pt x="123753" y="213861"/>
                  <a:pt x="117609" y="220006"/>
                  <a:pt x="110003" y="220006"/>
                </a:cubicBezTo>
                <a:cubicBezTo>
                  <a:pt x="102397" y="220006"/>
                  <a:pt x="96253" y="213861"/>
                  <a:pt x="96253" y="206256"/>
                </a:cubicBezTo>
                <a:lnTo>
                  <a:pt x="96253" y="137504"/>
                </a:lnTo>
                <a:cubicBezTo>
                  <a:pt x="43099" y="137504"/>
                  <a:pt x="0" y="94405"/>
                  <a:pt x="0" y="41251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38" name="Text 36"/>
          <p:cNvSpPr/>
          <p:nvPr/>
        </p:nvSpPr>
        <p:spPr>
          <a:xfrm>
            <a:off x="12899075" y="2725630"/>
            <a:ext cx="1234478" cy="342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32" b="1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Agriculture</a:t>
            </a:r>
            <a:endParaRPr lang="en-US" sz="1600"/>
          </a:p>
        </p:txBody>
      </p:sp>
      <p:sp>
        <p:nvSpPr>
          <p:cNvPr id="39" name="Text 37"/>
          <p:cNvSpPr/>
          <p:nvPr/>
        </p:nvSpPr>
        <p:spPr>
          <a:xfrm>
            <a:off x="12263502" y="3238977"/>
            <a:ext cx="3190087" cy="9533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4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Enable farmers to plan irrigation schedules and crop management strategies.</a:t>
            </a:r>
            <a:endParaRPr lang="en-US" sz="1600"/>
          </a:p>
        </p:txBody>
      </p:sp>
      <p:sp>
        <p:nvSpPr>
          <p:cNvPr id="40" name="Shape 38"/>
          <p:cNvSpPr/>
          <p:nvPr/>
        </p:nvSpPr>
        <p:spPr>
          <a:xfrm>
            <a:off x="8432342" y="4534568"/>
            <a:ext cx="3483429" cy="1931164"/>
          </a:xfrm>
          <a:custGeom>
            <a:avLst/>
            <a:gdLst/>
            <a:ahLst/>
            <a:cxnLst/>
            <a:rect l="l" t="t" r="r" b="b"/>
            <a:pathLst>
              <a:path w="3483429" h="1931164">
                <a:moveTo>
                  <a:pt x="97775" y="0"/>
                </a:moveTo>
                <a:lnTo>
                  <a:pt x="3385654" y="0"/>
                </a:lnTo>
                <a:cubicBezTo>
                  <a:pt x="3439653" y="0"/>
                  <a:pt x="3483429" y="43775"/>
                  <a:pt x="3483429" y="97775"/>
                </a:cubicBezTo>
                <a:lnTo>
                  <a:pt x="3483429" y="1833389"/>
                </a:lnTo>
                <a:cubicBezTo>
                  <a:pt x="3483429" y="1887389"/>
                  <a:pt x="3439653" y="1931164"/>
                  <a:pt x="3385654" y="1931164"/>
                </a:cubicBezTo>
                <a:lnTo>
                  <a:pt x="97775" y="1931164"/>
                </a:lnTo>
                <a:cubicBezTo>
                  <a:pt x="43775" y="1931164"/>
                  <a:pt x="0" y="1887389"/>
                  <a:pt x="0" y="1833389"/>
                </a:cubicBezTo>
                <a:lnTo>
                  <a:pt x="0" y="97775"/>
                </a:lnTo>
                <a:cubicBezTo>
                  <a:pt x="0" y="43811"/>
                  <a:pt x="43811" y="0"/>
                  <a:pt x="97775" y="0"/>
                </a:cubicBezTo>
                <a:close/>
              </a:path>
            </a:pathLst>
          </a:custGeom>
          <a:solidFill>
            <a:srgbClr val="1A202C"/>
          </a:solidFill>
          <a:ln/>
        </p:spPr>
      </p:sp>
      <p:sp>
        <p:nvSpPr>
          <p:cNvPr id="41" name="Shape 39"/>
          <p:cNvSpPr/>
          <p:nvPr/>
        </p:nvSpPr>
        <p:spPr>
          <a:xfrm>
            <a:off x="8627903" y="4730129"/>
            <a:ext cx="488902" cy="488902"/>
          </a:xfrm>
          <a:custGeom>
            <a:avLst/>
            <a:gdLst/>
            <a:ahLst/>
            <a:cxnLst/>
            <a:rect l="l" t="t" r="r" b="b"/>
            <a:pathLst>
              <a:path w="488902" h="488902">
                <a:moveTo>
                  <a:pt x="97780" y="0"/>
                </a:moveTo>
                <a:lnTo>
                  <a:pt x="391122" y="0"/>
                </a:lnTo>
                <a:cubicBezTo>
                  <a:pt x="445088" y="0"/>
                  <a:pt x="488902" y="43814"/>
                  <a:pt x="488902" y="97780"/>
                </a:cubicBezTo>
                <a:lnTo>
                  <a:pt x="488902" y="391122"/>
                </a:lnTo>
                <a:cubicBezTo>
                  <a:pt x="488902" y="445088"/>
                  <a:pt x="445088" y="488902"/>
                  <a:pt x="391122" y="488902"/>
                </a:cubicBezTo>
                <a:lnTo>
                  <a:pt x="97780" y="488902"/>
                </a:lnTo>
                <a:cubicBezTo>
                  <a:pt x="43814" y="488902"/>
                  <a:pt x="0" y="445088"/>
                  <a:pt x="0" y="391122"/>
                </a:cubicBezTo>
                <a:lnTo>
                  <a:pt x="0" y="97780"/>
                </a:lnTo>
                <a:cubicBezTo>
                  <a:pt x="0" y="43814"/>
                  <a:pt x="43814" y="0"/>
                  <a:pt x="97780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8765407" y="4864577"/>
            <a:ext cx="220006" cy="220006"/>
          </a:xfrm>
          <a:custGeom>
            <a:avLst/>
            <a:gdLst/>
            <a:ahLst/>
            <a:cxnLst/>
            <a:rect l="l" t="t" r="r" b="b"/>
            <a:pathLst>
              <a:path w="220006" h="220006">
                <a:moveTo>
                  <a:pt x="110003" y="0"/>
                </a:moveTo>
                <a:cubicBezTo>
                  <a:pt x="111980" y="0"/>
                  <a:pt x="113956" y="430"/>
                  <a:pt x="115761" y="1246"/>
                </a:cubicBezTo>
                <a:lnTo>
                  <a:pt x="196716" y="35579"/>
                </a:lnTo>
                <a:cubicBezTo>
                  <a:pt x="206170" y="39575"/>
                  <a:pt x="213217" y="48900"/>
                  <a:pt x="213174" y="60158"/>
                </a:cubicBezTo>
                <a:cubicBezTo>
                  <a:pt x="212959" y="102784"/>
                  <a:pt x="195427" y="180774"/>
                  <a:pt x="121390" y="216225"/>
                </a:cubicBezTo>
                <a:cubicBezTo>
                  <a:pt x="114214" y="219662"/>
                  <a:pt x="105878" y="219662"/>
                  <a:pt x="98702" y="216225"/>
                </a:cubicBezTo>
                <a:cubicBezTo>
                  <a:pt x="24622" y="180774"/>
                  <a:pt x="7133" y="102784"/>
                  <a:pt x="6918" y="60158"/>
                </a:cubicBezTo>
                <a:cubicBezTo>
                  <a:pt x="6875" y="48900"/>
                  <a:pt x="13922" y="39575"/>
                  <a:pt x="23376" y="35579"/>
                </a:cubicBezTo>
                <a:lnTo>
                  <a:pt x="104288" y="1246"/>
                </a:lnTo>
                <a:cubicBezTo>
                  <a:pt x="106093" y="430"/>
                  <a:pt x="108026" y="0"/>
                  <a:pt x="110003" y="0"/>
                </a:cubicBezTo>
                <a:close/>
                <a:moveTo>
                  <a:pt x="110003" y="28704"/>
                </a:moveTo>
                <a:lnTo>
                  <a:pt x="110003" y="191173"/>
                </a:lnTo>
                <a:cubicBezTo>
                  <a:pt x="169302" y="162469"/>
                  <a:pt x="185243" y="98874"/>
                  <a:pt x="185630" y="60802"/>
                </a:cubicBezTo>
                <a:lnTo>
                  <a:pt x="110003" y="28747"/>
                </a:lnTo>
                <a:lnTo>
                  <a:pt x="110003" y="28747"/>
                </a:ln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43" name="Text 41"/>
          <p:cNvSpPr/>
          <p:nvPr/>
        </p:nvSpPr>
        <p:spPr>
          <a:xfrm>
            <a:off x="9263476" y="4803465"/>
            <a:ext cx="1368926" cy="342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32" b="1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Climate Risk</a:t>
            </a:r>
            <a:endParaRPr lang="en-US" sz="1600"/>
          </a:p>
        </p:txBody>
      </p:sp>
      <p:sp>
        <p:nvSpPr>
          <p:cNvPr id="44" name="Text 42"/>
          <p:cNvSpPr/>
          <p:nvPr/>
        </p:nvSpPr>
        <p:spPr>
          <a:xfrm>
            <a:off x="8627903" y="5316812"/>
            <a:ext cx="3190087" cy="9533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4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Help utilities and governments prepare for extreme weather events.</a:t>
            </a:r>
            <a:endParaRPr lang="en-US" sz="1600"/>
          </a:p>
        </p:txBody>
      </p:sp>
      <p:sp>
        <p:nvSpPr>
          <p:cNvPr id="45" name="Shape 43"/>
          <p:cNvSpPr/>
          <p:nvPr/>
        </p:nvSpPr>
        <p:spPr>
          <a:xfrm>
            <a:off x="12067941" y="4534568"/>
            <a:ext cx="3483429" cy="1931164"/>
          </a:xfrm>
          <a:custGeom>
            <a:avLst/>
            <a:gdLst/>
            <a:ahLst/>
            <a:cxnLst/>
            <a:rect l="l" t="t" r="r" b="b"/>
            <a:pathLst>
              <a:path w="3483429" h="1931164">
                <a:moveTo>
                  <a:pt x="97775" y="0"/>
                </a:moveTo>
                <a:lnTo>
                  <a:pt x="3385654" y="0"/>
                </a:lnTo>
                <a:cubicBezTo>
                  <a:pt x="3439653" y="0"/>
                  <a:pt x="3483429" y="43775"/>
                  <a:pt x="3483429" y="97775"/>
                </a:cubicBezTo>
                <a:lnTo>
                  <a:pt x="3483429" y="1833389"/>
                </a:lnTo>
                <a:cubicBezTo>
                  <a:pt x="3483429" y="1887389"/>
                  <a:pt x="3439653" y="1931164"/>
                  <a:pt x="3385654" y="1931164"/>
                </a:cubicBezTo>
                <a:lnTo>
                  <a:pt x="97775" y="1931164"/>
                </a:lnTo>
                <a:cubicBezTo>
                  <a:pt x="43775" y="1931164"/>
                  <a:pt x="0" y="1887389"/>
                  <a:pt x="0" y="1833389"/>
                </a:cubicBezTo>
                <a:lnTo>
                  <a:pt x="0" y="97775"/>
                </a:lnTo>
                <a:cubicBezTo>
                  <a:pt x="0" y="43811"/>
                  <a:pt x="43811" y="0"/>
                  <a:pt x="97775" y="0"/>
                </a:cubicBezTo>
                <a:close/>
              </a:path>
            </a:pathLst>
          </a:custGeom>
          <a:solidFill>
            <a:srgbClr val="1A202C"/>
          </a:solidFill>
          <a:ln/>
        </p:spPr>
      </p:sp>
      <p:sp>
        <p:nvSpPr>
          <p:cNvPr id="46" name="Shape 44"/>
          <p:cNvSpPr/>
          <p:nvPr/>
        </p:nvSpPr>
        <p:spPr>
          <a:xfrm>
            <a:off x="12263502" y="4730129"/>
            <a:ext cx="488902" cy="488902"/>
          </a:xfrm>
          <a:custGeom>
            <a:avLst/>
            <a:gdLst/>
            <a:ahLst/>
            <a:cxnLst/>
            <a:rect l="l" t="t" r="r" b="b"/>
            <a:pathLst>
              <a:path w="488902" h="488902">
                <a:moveTo>
                  <a:pt x="97780" y="0"/>
                </a:moveTo>
                <a:lnTo>
                  <a:pt x="391122" y="0"/>
                </a:lnTo>
                <a:cubicBezTo>
                  <a:pt x="445088" y="0"/>
                  <a:pt x="488902" y="43814"/>
                  <a:pt x="488902" y="97780"/>
                </a:cubicBezTo>
                <a:lnTo>
                  <a:pt x="488902" y="391122"/>
                </a:lnTo>
                <a:cubicBezTo>
                  <a:pt x="488902" y="445088"/>
                  <a:pt x="445088" y="488902"/>
                  <a:pt x="391122" y="488902"/>
                </a:cubicBezTo>
                <a:lnTo>
                  <a:pt x="97780" y="488902"/>
                </a:lnTo>
                <a:cubicBezTo>
                  <a:pt x="43814" y="488902"/>
                  <a:pt x="0" y="445088"/>
                  <a:pt x="0" y="391122"/>
                </a:cubicBezTo>
                <a:lnTo>
                  <a:pt x="0" y="97780"/>
                </a:lnTo>
                <a:cubicBezTo>
                  <a:pt x="0" y="43814"/>
                  <a:pt x="43814" y="0"/>
                  <a:pt x="97780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12401005" y="4864577"/>
            <a:ext cx="220006" cy="220006"/>
          </a:xfrm>
          <a:custGeom>
            <a:avLst/>
            <a:gdLst/>
            <a:ahLst/>
            <a:cxnLst/>
            <a:rect l="l" t="t" r="r" b="b"/>
            <a:pathLst>
              <a:path w="220006" h="220006">
                <a:moveTo>
                  <a:pt x="110003" y="46365"/>
                </a:moveTo>
                <a:lnTo>
                  <a:pt x="103558" y="37427"/>
                </a:lnTo>
                <a:cubicBezTo>
                  <a:pt x="92815" y="22559"/>
                  <a:pt x="75584" y="13750"/>
                  <a:pt x="57193" y="13750"/>
                </a:cubicBezTo>
                <a:cubicBezTo>
                  <a:pt x="25610" y="13750"/>
                  <a:pt x="0" y="39360"/>
                  <a:pt x="0" y="70943"/>
                </a:cubicBezTo>
                <a:lnTo>
                  <a:pt x="0" y="72061"/>
                </a:lnTo>
                <a:cubicBezTo>
                  <a:pt x="0" y="82201"/>
                  <a:pt x="2664" y="92686"/>
                  <a:pt x="7133" y="103128"/>
                </a:cubicBezTo>
                <a:lnTo>
                  <a:pt x="52681" y="103128"/>
                </a:lnTo>
                <a:cubicBezTo>
                  <a:pt x="54056" y="103128"/>
                  <a:pt x="55302" y="102311"/>
                  <a:pt x="55861" y="101022"/>
                </a:cubicBezTo>
                <a:lnTo>
                  <a:pt x="69525" y="68236"/>
                </a:lnTo>
                <a:cubicBezTo>
                  <a:pt x="71115" y="64455"/>
                  <a:pt x="74811" y="61963"/>
                  <a:pt x="78893" y="61877"/>
                </a:cubicBezTo>
                <a:cubicBezTo>
                  <a:pt x="82975" y="61791"/>
                  <a:pt x="86756" y="64197"/>
                  <a:pt x="88432" y="67935"/>
                </a:cubicBezTo>
                <a:lnTo>
                  <a:pt x="110476" y="116878"/>
                </a:lnTo>
                <a:lnTo>
                  <a:pt x="128265" y="81299"/>
                </a:lnTo>
                <a:cubicBezTo>
                  <a:pt x="130027" y="77819"/>
                  <a:pt x="133593" y="75584"/>
                  <a:pt x="137504" y="75584"/>
                </a:cubicBezTo>
                <a:cubicBezTo>
                  <a:pt x="141414" y="75584"/>
                  <a:pt x="144981" y="77776"/>
                  <a:pt x="146742" y="81299"/>
                </a:cubicBezTo>
                <a:lnTo>
                  <a:pt x="156711" y="101194"/>
                </a:lnTo>
                <a:cubicBezTo>
                  <a:pt x="157313" y="102354"/>
                  <a:pt x="158473" y="103085"/>
                  <a:pt x="159805" y="103085"/>
                </a:cubicBezTo>
                <a:lnTo>
                  <a:pt x="212916" y="103085"/>
                </a:lnTo>
                <a:cubicBezTo>
                  <a:pt x="217428" y="92643"/>
                  <a:pt x="220049" y="82158"/>
                  <a:pt x="220049" y="72018"/>
                </a:cubicBezTo>
                <a:lnTo>
                  <a:pt x="220049" y="70900"/>
                </a:lnTo>
                <a:cubicBezTo>
                  <a:pt x="220006" y="39360"/>
                  <a:pt x="194396" y="13750"/>
                  <a:pt x="162813" y="13750"/>
                </a:cubicBezTo>
                <a:cubicBezTo>
                  <a:pt x="144465" y="13750"/>
                  <a:pt x="127191" y="22559"/>
                  <a:pt x="116448" y="37427"/>
                </a:cubicBezTo>
                <a:lnTo>
                  <a:pt x="110003" y="46322"/>
                </a:lnTo>
                <a:close/>
                <a:moveTo>
                  <a:pt x="201787" y="123753"/>
                </a:moveTo>
                <a:lnTo>
                  <a:pt x="159762" y="123753"/>
                </a:lnTo>
                <a:cubicBezTo>
                  <a:pt x="150653" y="123753"/>
                  <a:pt x="142316" y="118597"/>
                  <a:pt x="138234" y="110433"/>
                </a:cubicBezTo>
                <a:lnTo>
                  <a:pt x="137504" y="108972"/>
                </a:lnTo>
                <a:lnTo>
                  <a:pt x="119242" y="145539"/>
                </a:lnTo>
                <a:cubicBezTo>
                  <a:pt x="117480" y="149106"/>
                  <a:pt x="113784" y="151340"/>
                  <a:pt x="109788" y="151254"/>
                </a:cubicBezTo>
                <a:cubicBezTo>
                  <a:pt x="105792" y="151168"/>
                  <a:pt x="102225" y="148805"/>
                  <a:pt x="100593" y="145195"/>
                </a:cubicBezTo>
                <a:lnTo>
                  <a:pt x="79408" y="98143"/>
                </a:lnTo>
                <a:lnTo>
                  <a:pt x="74897" y="108972"/>
                </a:lnTo>
                <a:cubicBezTo>
                  <a:pt x="71158" y="117952"/>
                  <a:pt x="62392" y="123796"/>
                  <a:pt x="52681" y="123796"/>
                </a:cubicBezTo>
                <a:lnTo>
                  <a:pt x="18219" y="123796"/>
                </a:lnTo>
                <a:cubicBezTo>
                  <a:pt x="38501" y="155508"/>
                  <a:pt x="71072" y="184685"/>
                  <a:pt x="91440" y="200240"/>
                </a:cubicBezTo>
                <a:cubicBezTo>
                  <a:pt x="96768" y="204279"/>
                  <a:pt x="103300" y="206299"/>
                  <a:pt x="109960" y="206299"/>
                </a:cubicBezTo>
                <a:cubicBezTo>
                  <a:pt x="116620" y="206299"/>
                  <a:pt x="123195" y="204322"/>
                  <a:pt x="128480" y="200240"/>
                </a:cubicBezTo>
                <a:cubicBezTo>
                  <a:pt x="148934" y="184642"/>
                  <a:pt x="181505" y="155465"/>
                  <a:pt x="201787" y="123753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48" name="Text 46"/>
          <p:cNvSpPr/>
          <p:nvPr/>
        </p:nvSpPr>
        <p:spPr>
          <a:xfrm>
            <a:off x="12899075" y="4803465"/>
            <a:ext cx="1454484" cy="342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32" b="1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Health</a:t>
            </a:r>
            <a:endParaRPr lang="en-US" sz="1600"/>
          </a:p>
        </p:txBody>
      </p:sp>
      <p:sp>
        <p:nvSpPr>
          <p:cNvPr id="49" name="Text 47"/>
          <p:cNvSpPr/>
          <p:nvPr/>
        </p:nvSpPr>
        <p:spPr>
          <a:xfrm>
            <a:off x="12263502" y="5316812"/>
            <a:ext cx="3190087" cy="9533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4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Support comfort analytics and health risk assessments for communities.</a:t>
            </a:r>
            <a:endParaRPr lang="en-US" sz="1600"/>
          </a:p>
        </p:txBody>
      </p:sp>
      <p:sp>
        <p:nvSpPr>
          <p:cNvPr id="50" name="Shape 48"/>
          <p:cNvSpPr/>
          <p:nvPr/>
        </p:nvSpPr>
        <p:spPr>
          <a:xfrm>
            <a:off x="8230670" y="6875188"/>
            <a:ext cx="7529095" cy="1772271"/>
          </a:xfrm>
          <a:custGeom>
            <a:avLst/>
            <a:gdLst/>
            <a:ahLst/>
            <a:cxnLst/>
            <a:rect l="l" t="t" r="r" b="b"/>
            <a:pathLst>
              <a:path w="7529095" h="1772271">
                <a:moveTo>
                  <a:pt x="146673" y="0"/>
                </a:moveTo>
                <a:lnTo>
                  <a:pt x="7382422" y="0"/>
                </a:lnTo>
                <a:cubicBezTo>
                  <a:pt x="7463427" y="0"/>
                  <a:pt x="7529095" y="65668"/>
                  <a:pt x="7529095" y="146673"/>
                </a:cubicBezTo>
                <a:lnTo>
                  <a:pt x="7529095" y="1625598"/>
                </a:lnTo>
                <a:cubicBezTo>
                  <a:pt x="7529095" y="1706603"/>
                  <a:pt x="7463427" y="1772271"/>
                  <a:pt x="7382422" y="1772271"/>
                </a:cubicBezTo>
                <a:lnTo>
                  <a:pt x="146673" y="1772271"/>
                </a:lnTo>
                <a:cubicBezTo>
                  <a:pt x="65668" y="1772271"/>
                  <a:pt x="0" y="1706603"/>
                  <a:pt x="0" y="1625598"/>
                </a:cubicBezTo>
                <a:lnTo>
                  <a:pt x="0" y="146673"/>
                </a:lnTo>
                <a:cubicBezTo>
                  <a:pt x="0" y="65668"/>
                  <a:pt x="65668" y="0"/>
                  <a:pt x="146673" y="0"/>
                </a:cubicBezTo>
                <a:close/>
              </a:path>
            </a:pathLst>
          </a:custGeom>
          <a:solidFill>
            <a:srgbClr val="2D3748"/>
          </a:solidFill>
          <a:ln w="12700">
            <a:solidFill>
              <a:srgbClr val="F6AD55">
                <a:alpha val="30196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571736" y="7095800"/>
            <a:ext cx="6905744" cy="3911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310" b="1">
                <a:solidFill>
                  <a:srgbClr val="F6AD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Success Metrics</a:t>
            </a:r>
            <a:endParaRPr lang="en-US" sz="1600"/>
          </a:p>
        </p:txBody>
      </p:sp>
      <p:sp>
        <p:nvSpPr>
          <p:cNvPr id="53" name="Text 51"/>
          <p:cNvSpPr/>
          <p:nvPr/>
        </p:nvSpPr>
        <p:spPr>
          <a:xfrm>
            <a:off x="8516677" y="7614653"/>
            <a:ext cx="1955609" cy="488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465" b="1">
                <a:solidFill>
                  <a:srgbClr val="4FD1C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≤ 2.0°C</a:t>
            </a:r>
            <a:endParaRPr lang="en-US" sz="1600"/>
          </a:p>
        </p:txBody>
      </p:sp>
      <p:sp>
        <p:nvSpPr>
          <p:cNvPr id="54" name="Text 52"/>
          <p:cNvSpPr/>
          <p:nvPr/>
        </p:nvSpPr>
        <p:spPr>
          <a:xfrm>
            <a:off x="8577790" y="8152445"/>
            <a:ext cx="1833383" cy="2933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4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Mean Absolute Error</a:t>
            </a:r>
            <a:endParaRPr lang="en-US" sz="1600"/>
          </a:p>
        </p:txBody>
      </p:sp>
      <p:sp>
        <p:nvSpPr>
          <p:cNvPr id="55" name="Shape 53"/>
          <p:cNvSpPr/>
          <p:nvPr/>
        </p:nvSpPr>
        <p:spPr>
          <a:xfrm>
            <a:off x="10751165" y="7736878"/>
            <a:ext cx="12223" cy="586683"/>
          </a:xfrm>
          <a:custGeom>
            <a:avLst/>
            <a:gdLst/>
            <a:ahLst/>
            <a:cxnLst/>
            <a:rect l="l" t="t" r="r" b="b"/>
            <a:pathLst>
              <a:path w="12223" h="586683">
                <a:moveTo>
                  <a:pt x="0" y="0"/>
                </a:moveTo>
                <a:lnTo>
                  <a:pt x="12223" y="0"/>
                </a:lnTo>
                <a:lnTo>
                  <a:pt x="12223" y="586683"/>
                </a:lnTo>
                <a:lnTo>
                  <a:pt x="0" y="586683"/>
                </a:lnTo>
                <a:lnTo>
                  <a:pt x="0" y="0"/>
                </a:lnTo>
                <a:close/>
              </a:path>
            </a:pathLst>
          </a:custGeom>
          <a:solidFill>
            <a:srgbClr val="4FD1C5">
              <a:alpha val="30196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11042265" y="7614653"/>
            <a:ext cx="2248950" cy="488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465" b="1">
                <a:solidFill>
                  <a:srgbClr val="4FD1C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≤ 2.5°C</a:t>
            </a:r>
            <a:endParaRPr lang="en-US" sz="1600"/>
          </a:p>
        </p:txBody>
      </p:sp>
      <p:sp>
        <p:nvSpPr>
          <p:cNvPr id="57" name="Text 55"/>
          <p:cNvSpPr/>
          <p:nvPr/>
        </p:nvSpPr>
        <p:spPr>
          <a:xfrm>
            <a:off x="11103378" y="8152445"/>
            <a:ext cx="2126725" cy="2933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4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Root Mean Square Error</a:t>
            </a:r>
            <a:endParaRPr lang="en-US" sz="1600"/>
          </a:p>
        </p:txBody>
      </p:sp>
      <p:sp>
        <p:nvSpPr>
          <p:cNvPr id="58" name="Shape 56"/>
          <p:cNvSpPr/>
          <p:nvPr/>
        </p:nvSpPr>
        <p:spPr>
          <a:xfrm>
            <a:off x="13567852" y="7736878"/>
            <a:ext cx="12223" cy="586683"/>
          </a:xfrm>
          <a:custGeom>
            <a:avLst/>
            <a:gdLst/>
            <a:ahLst/>
            <a:cxnLst/>
            <a:rect l="l" t="t" r="r" b="b"/>
            <a:pathLst>
              <a:path w="12223" h="586683">
                <a:moveTo>
                  <a:pt x="0" y="0"/>
                </a:moveTo>
                <a:lnTo>
                  <a:pt x="12223" y="0"/>
                </a:lnTo>
                <a:lnTo>
                  <a:pt x="12223" y="586683"/>
                </a:lnTo>
                <a:lnTo>
                  <a:pt x="0" y="586683"/>
                </a:lnTo>
                <a:lnTo>
                  <a:pt x="0" y="0"/>
                </a:lnTo>
                <a:close/>
              </a:path>
            </a:pathLst>
          </a:custGeom>
          <a:solidFill>
            <a:srgbClr val="4FD1C5">
              <a:alpha val="30196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13858953" y="7614653"/>
            <a:ext cx="1613377" cy="488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465" b="1">
                <a:solidFill>
                  <a:srgbClr val="4FD1C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≥ 0.85</a:t>
            </a:r>
            <a:endParaRPr lang="en-US" sz="1600"/>
          </a:p>
        </p:txBody>
      </p:sp>
      <p:sp>
        <p:nvSpPr>
          <p:cNvPr id="60" name="Text 58"/>
          <p:cNvSpPr/>
          <p:nvPr/>
        </p:nvSpPr>
        <p:spPr>
          <a:xfrm>
            <a:off x="13920065" y="8152445"/>
            <a:ext cx="1491152" cy="2933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4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R² Score</a:t>
            </a:r>
            <a:endParaRPr lang="en-US" sz="160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635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60400" y="787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14300" y="38100"/>
                </a:moveTo>
                <a:cubicBezTo>
                  <a:pt x="114300" y="27563"/>
                  <a:pt x="122813" y="19050"/>
                  <a:pt x="133350" y="19050"/>
                </a:cubicBezTo>
                <a:lnTo>
                  <a:pt x="171450" y="19050"/>
                </a:lnTo>
                <a:cubicBezTo>
                  <a:pt x="181987" y="19050"/>
                  <a:pt x="190500" y="27563"/>
                  <a:pt x="190500" y="38100"/>
                </a:cubicBezTo>
                <a:lnTo>
                  <a:pt x="190500" y="76200"/>
                </a:lnTo>
                <a:cubicBezTo>
                  <a:pt x="190500" y="86737"/>
                  <a:pt x="181987" y="95250"/>
                  <a:pt x="171450" y="95250"/>
                </a:cubicBezTo>
                <a:lnTo>
                  <a:pt x="166688" y="95250"/>
                </a:lnTo>
                <a:lnTo>
                  <a:pt x="166688" y="133350"/>
                </a:lnTo>
                <a:lnTo>
                  <a:pt x="238125" y="133350"/>
                </a:lnTo>
                <a:cubicBezTo>
                  <a:pt x="261818" y="133350"/>
                  <a:pt x="280987" y="152519"/>
                  <a:pt x="280987" y="176212"/>
                </a:cubicBezTo>
                <a:lnTo>
                  <a:pt x="280987" y="209550"/>
                </a:lnTo>
                <a:lnTo>
                  <a:pt x="285750" y="209550"/>
                </a:lnTo>
                <a:cubicBezTo>
                  <a:pt x="296287" y="209550"/>
                  <a:pt x="304800" y="218063"/>
                  <a:pt x="304800" y="228600"/>
                </a:cubicBezTo>
                <a:lnTo>
                  <a:pt x="304800" y="266700"/>
                </a:lnTo>
                <a:cubicBezTo>
                  <a:pt x="304800" y="277237"/>
                  <a:pt x="296287" y="285750"/>
                  <a:pt x="285750" y="285750"/>
                </a:cubicBezTo>
                <a:lnTo>
                  <a:pt x="247650" y="285750"/>
                </a:lnTo>
                <a:cubicBezTo>
                  <a:pt x="237113" y="285750"/>
                  <a:pt x="228600" y="277237"/>
                  <a:pt x="228600" y="266700"/>
                </a:cubicBezTo>
                <a:lnTo>
                  <a:pt x="228600" y="228600"/>
                </a:lnTo>
                <a:cubicBezTo>
                  <a:pt x="228600" y="218063"/>
                  <a:pt x="237113" y="209550"/>
                  <a:pt x="247650" y="209550"/>
                </a:cubicBezTo>
                <a:lnTo>
                  <a:pt x="252413" y="209550"/>
                </a:lnTo>
                <a:lnTo>
                  <a:pt x="252413" y="176212"/>
                </a:lnTo>
                <a:cubicBezTo>
                  <a:pt x="252413" y="168295"/>
                  <a:pt x="246043" y="161925"/>
                  <a:pt x="238125" y="161925"/>
                </a:cubicBezTo>
                <a:lnTo>
                  <a:pt x="166688" y="161925"/>
                </a:lnTo>
                <a:lnTo>
                  <a:pt x="166688" y="209550"/>
                </a:lnTo>
                <a:lnTo>
                  <a:pt x="171450" y="209550"/>
                </a:lnTo>
                <a:cubicBezTo>
                  <a:pt x="181987" y="209550"/>
                  <a:pt x="190500" y="218063"/>
                  <a:pt x="190500" y="228600"/>
                </a:cubicBezTo>
                <a:lnTo>
                  <a:pt x="190500" y="266700"/>
                </a:lnTo>
                <a:cubicBezTo>
                  <a:pt x="190500" y="277237"/>
                  <a:pt x="181987" y="285750"/>
                  <a:pt x="171450" y="285750"/>
                </a:cubicBezTo>
                <a:lnTo>
                  <a:pt x="133350" y="285750"/>
                </a:lnTo>
                <a:cubicBezTo>
                  <a:pt x="122813" y="285750"/>
                  <a:pt x="114300" y="277237"/>
                  <a:pt x="114300" y="266700"/>
                </a:cubicBezTo>
                <a:lnTo>
                  <a:pt x="114300" y="228600"/>
                </a:lnTo>
                <a:cubicBezTo>
                  <a:pt x="114300" y="218063"/>
                  <a:pt x="122813" y="209550"/>
                  <a:pt x="133350" y="209550"/>
                </a:cubicBezTo>
                <a:lnTo>
                  <a:pt x="138113" y="209550"/>
                </a:lnTo>
                <a:lnTo>
                  <a:pt x="138113" y="161925"/>
                </a:lnTo>
                <a:lnTo>
                  <a:pt x="66675" y="161925"/>
                </a:lnTo>
                <a:cubicBezTo>
                  <a:pt x="58757" y="161925"/>
                  <a:pt x="52388" y="168295"/>
                  <a:pt x="52388" y="176212"/>
                </a:cubicBezTo>
                <a:lnTo>
                  <a:pt x="52388" y="209550"/>
                </a:lnTo>
                <a:lnTo>
                  <a:pt x="57150" y="209550"/>
                </a:lnTo>
                <a:cubicBezTo>
                  <a:pt x="67687" y="209550"/>
                  <a:pt x="76200" y="218063"/>
                  <a:pt x="76200" y="228600"/>
                </a:cubicBezTo>
                <a:lnTo>
                  <a:pt x="76200" y="266700"/>
                </a:lnTo>
                <a:cubicBezTo>
                  <a:pt x="76200" y="277237"/>
                  <a:pt x="67687" y="285750"/>
                  <a:pt x="57150" y="285750"/>
                </a:cubicBezTo>
                <a:lnTo>
                  <a:pt x="19050" y="285750"/>
                </a:lnTo>
                <a:cubicBezTo>
                  <a:pt x="8513" y="285750"/>
                  <a:pt x="0" y="277237"/>
                  <a:pt x="0" y="266700"/>
                </a:cubicBezTo>
                <a:lnTo>
                  <a:pt x="0" y="228600"/>
                </a:lnTo>
                <a:cubicBezTo>
                  <a:pt x="0" y="218063"/>
                  <a:pt x="8513" y="209550"/>
                  <a:pt x="19050" y="209550"/>
                </a:cubicBezTo>
                <a:lnTo>
                  <a:pt x="23813" y="209550"/>
                </a:lnTo>
                <a:lnTo>
                  <a:pt x="23813" y="176212"/>
                </a:lnTo>
                <a:cubicBezTo>
                  <a:pt x="23813" y="152519"/>
                  <a:pt x="42982" y="133350"/>
                  <a:pt x="66675" y="133350"/>
                </a:cubicBezTo>
                <a:lnTo>
                  <a:pt x="138113" y="133350"/>
                </a:lnTo>
                <a:lnTo>
                  <a:pt x="138113" y="95250"/>
                </a:lnTo>
                <a:lnTo>
                  <a:pt x="133350" y="95250"/>
                </a:lnTo>
                <a:cubicBezTo>
                  <a:pt x="122813" y="95250"/>
                  <a:pt x="114300" y="86737"/>
                  <a:pt x="114300" y="76200"/>
                </a:cubicBezTo>
                <a:lnTo>
                  <a:pt x="114300" y="38100"/>
                </a:ln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508000"/>
            <a:ext cx="584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kern="0" spc="14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End-to-End Pipeline</a:t>
            </a:r>
            <a:endParaRPr lang="en-US" sz="1600"/>
          </a:p>
        </p:txBody>
      </p:sp>
      <p:sp>
        <p:nvSpPr>
          <p:cNvPr id="5" name="Text 3"/>
          <p:cNvSpPr/>
          <p:nvPr/>
        </p:nvSpPr>
        <p:spPr>
          <a:xfrm>
            <a:off x="1270000" y="762000"/>
            <a:ext cx="60579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Architecture</a:t>
            </a:r>
            <a:endParaRPr lang="en-US" sz="1600"/>
          </a:p>
        </p:txBody>
      </p:sp>
      <p:sp>
        <p:nvSpPr>
          <p:cNvPr id="6" name="Shape 4"/>
          <p:cNvSpPr/>
          <p:nvPr/>
        </p:nvSpPr>
        <p:spPr>
          <a:xfrm>
            <a:off x="508000" y="1524000"/>
            <a:ext cx="1625600" cy="50800"/>
          </a:xfrm>
          <a:custGeom>
            <a:avLst/>
            <a:gdLst/>
            <a:ahLst/>
            <a:cxnLst/>
            <a:rect l="l" t="t" r="r" b="b"/>
            <a:pathLst>
              <a:path w="1625600" h="50800">
                <a:moveTo>
                  <a:pt x="0" y="0"/>
                </a:moveTo>
                <a:lnTo>
                  <a:pt x="1625600" y="0"/>
                </a:lnTo>
                <a:lnTo>
                  <a:pt x="16256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7" name="Text 5"/>
          <p:cNvSpPr/>
          <p:nvPr/>
        </p:nvSpPr>
        <p:spPr>
          <a:xfrm>
            <a:off x="508000" y="1727200"/>
            <a:ext cx="15354300" cy="749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Our complete IoT pipeline mirrors real-world systems: </a:t>
            </a:r>
            <a:r>
              <a:rPr lang="en-US" sz="1800" b="1">
                <a:solidFill>
                  <a:srgbClr val="4FD1C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sensors → ingestion → storage → processing → visualization → cloud</a:t>
            </a:r>
            <a:r>
              <a:rPr lang="en-US" sz="180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This six-layer architecture demonstrates production-grade IoT analytics.</a:t>
            </a:r>
            <a:endParaRPr lang="en-US" sz="1600"/>
          </a:p>
        </p:txBody>
      </p:sp>
      <p:sp>
        <p:nvSpPr>
          <p:cNvPr id="8" name="Shape 6"/>
          <p:cNvSpPr/>
          <p:nvPr/>
        </p:nvSpPr>
        <p:spPr>
          <a:xfrm>
            <a:off x="508000" y="2647950"/>
            <a:ext cx="2413000" cy="2667000"/>
          </a:xfrm>
          <a:custGeom>
            <a:avLst/>
            <a:gdLst/>
            <a:ahLst/>
            <a:cxnLst/>
            <a:rect l="l" t="t" r="r" b="b"/>
            <a:pathLst>
              <a:path w="2413000" h="2667000">
                <a:moveTo>
                  <a:pt x="50800" y="0"/>
                </a:moveTo>
                <a:lnTo>
                  <a:pt x="2362200" y="0"/>
                </a:lnTo>
                <a:cubicBezTo>
                  <a:pt x="2390256" y="0"/>
                  <a:pt x="2413000" y="22744"/>
                  <a:pt x="2413000" y="50800"/>
                </a:cubicBezTo>
                <a:lnTo>
                  <a:pt x="2413000" y="2514595"/>
                </a:lnTo>
                <a:cubicBezTo>
                  <a:pt x="2413000" y="2598766"/>
                  <a:pt x="2344766" y="2667000"/>
                  <a:pt x="2260595" y="2667000"/>
                </a:cubicBezTo>
                <a:lnTo>
                  <a:pt x="152405" y="2667000"/>
                </a:lnTo>
                <a:cubicBezTo>
                  <a:pt x="68234" y="2667000"/>
                  <a:pt x="0" y="2598766"/>
                  <a:pt x="0" y="2514595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D3748"/>
          </a:solidFill>
          <a:ln/>
        </p:spPr>
      </p:sp>
      <p:sp>
        <p:nvSpPr>
          <p:cNvPr id="9" name="Shape 7"/>
          <p:cNvSpPr/>
          <p:nvPr/>
        </p:nvSpPr>
        <p:spPr>
          <a:xfrm>
            <a:off x="508000" y="2647950"/>
            <a:ext cx="2413000" cy="50800"/>
          </a:xfrm>
          <a:custGeom>
            <a:avLst/>
            <a:gdLst/>
            <a:ahLst/>
            <a:cxnLst/>
            <a:rect l="l" t="t" r="r" b="b"/>
            <a:pathLst>
              <a:path w="2413000" h="50800">
                <a:moveTo>
                  <a:pt x="50800" y="0"/>
                </a:moveTo>
                <a:lnTo>
                  <a:pt x="2362200" y="0"/>
                </a:lnTo>
                <a:cubicBezTo>
                  <a:pt x="2390237" y="0"/>
                  <a:pt x="2413000" y="22763"/>
                  <a:pt x="2413000" y="50800"/>
                </a:cubicBezTo>
                <a:lnTo>
                  <a:pt x="2413000" y="50800"/>
                </a:lnTo>
                <a:lnTo>
                  <a:pt x="0" y="50800"/>
                </a:ln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10" name="Shape 8"/>
          <p:cNvSpPr/>
          <p:nvPr/>
        </p:nvSpPr>
        <p:spPr>
          <a:xfrm>
            <a:off x="1409700" y="28257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663065" y="2927350"/>
            <a:ext cx="254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>
                <a:solidFill>
                  <a:srgbClr val="4FD1C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/>
          </a:p>
        </p:txBody>
      </p:sp>
      <p:sp>
        <p:nvSpPr>
          <p:cNvPr id="12" name="Text 10"/>
          <p:cNvSpPr/>
          <p:nvPr/>
        </p:nvSpPr>
        <p:spPr>
          <a:xfrm>
            <a:off x="596900" y="3536950"/>
            <a:ext cx="2235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Source</a:t>
            </a:r>
            <a:endParaRPr lang="en-US" sz="1600"/>
          </a:p>
        </p:txBody>
      </p:sp>
      <p:sp>
        <p:nvSpPr>
          <p:cNvPr id="13" name="Shape 11"/>
          <p:cNvSpPr/>
          <p:nvPr/>
        </p:nvSpPr>
        <p:spPr>
          <a:xfrm>
            <a:off x="696913" y="4019550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5575" y="71467"/>
                </a:moveTo>
                <a:cubicBezTo>
                  <a:pt x="150435" y="74870"/>
                  <a:pt x="144532" y="77614"/>
                  <a:pt x="138385" y="79802"/>
                </a:cubicBezTo>
                <a:cubicBezTo>
                  <a:pt x="122064" y="85636"/>
                  <a:pt x="100638" y="88900"/>
                  <a:pt x="77788" y="88900"/>
                </a:cubicBezTo>
                <a:cubicBezTo>
                  <a:pt x="54937" y="88900"/>
                  <a:pt x="33476" y="85601"/>
                  <a:pt x="17190" y="79802"/>
                </a:cubicBezTo>
                <a:cubicBezTo>
                  <a:pt x="11078" y="77614"/>
                  <a:pt x="5140" y="74870"/>
                  <a:pt x="0" y="71467"/>
                </a:cubicBezTo>
                <a:lnTo>
                  <a:pt x="0" y="100013"/>
                </a:lnTo>
                <a:cubicBezTo>
                  <a:pt x="0" y="115362"/>
                  <a:pt x="34831" y="127794"/>
                  <a:pt x="77788" y="127794"/>
                </a:cubicBezTo>
                <a:cubicBezTo>
                  <a:pt x="120744" y="127794"/>
                  <a:pt x="155575" y="115362"/>
                  <a:pt x="155575" y="100013"/>
                </a:cubicBezTo>
                <a:lnTo>
                  <a:pt x="155575" y="71467"/>
                </a:lnTo>
                <a:close/>
                <a:moveTo>
                  <a:pt x="155575" y="44450"/>
                </a:moveTo>
                <a:lnTo>
                  <a:pt x="155575" y="27781"/>
                </a:lnTo>
                <a:cubicBezTo>
                  <a:pt x="155575" y="12432"/>
                  <a:pt x="120744" y="0"/>
                  <a:pt x="77788" y="0"/>
                </a:cubicBezTo>
                <a:cubicBezTo>
                  <a:pt x="34831" y="0"/>
                  <a:pt x="0" y="12432"/>
                  <a:pt x="0" y="27781"/>
                </a:cubicBezTo>
                <a:lnTo>
                  <a:pt x="0" y="44450"/>
                </a:lnTo>
                <a:cubicBezTo>
                  <a:pt x="0" y="59799"/>
                  <a:pt x="34831" y="72231"/>
                  <a:pt x="77788" y="72231"/>
                </a:cubicBezTo>
                <a:cubicBezTo>
                  <a:pt x="120744" y="72231"/>
                  <a:pt x="155575" y="59799"/>
                  <a:pt x="155575" y="44450"/>
                </a:cubicBezTo>
                <a:close/>
                <a:moveTo>
                  <a:pt x="138385" y="135364"/>
                </a:moveTo>
                <a:cubicBezTo>
                  <a:pt x="122099" y="141163"/>
                  <a:pt x="100672" y="144463"/>
                  <a:pt x="77788" y="144463"/>
                </a:cubicBezTo>
                <a:cubicBezTo>
                  <a:pt x="54903" y="144463"/>
                  <a:pt x="33476" y="141163"/>
                  <a:pt x="17190" y="135364"/>
                </a:cubicBezTo>
                <a:cubicBezTo>
                  <a:pt x="11078" y="133176"/>
                  <a:pt x="5140" y="130433"/>
                  <a:pt x="0" y="127030"/>
                </a:cubicBezTo>
                <a:lnTo>
                  <a:pt x="0" y="150019"/>
                </a:lnTo>
                <a:cubicBezTo>
                  <a:pt x="0" y="165368"/>
                  <a:pt x="34831" y="177800"/>
                  <a:pt x="77788" y="177800"/>
                </a:cubicBezTo>
                <a:cubicBezTo>
                  <a:pt x="120744" y="177800"/>
                  <a:pt x="155575" y="165368"/>
                  <a:pt x="155575" y="150019"/>
                </a:cubicBezTo>
                <a:lnTo>
                  <a:pt x="155575" y="127030"/>
                </a:lnTo>
                <a:cubicBezTo>
                  <a:pt x="150435" y="130433"/>
                  <a:pt x="144532" y="133176"/>
                  <a:pt x="138385" y="135364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14" name="Text 12"/>
          <p:cNvSpPr/>
          <p:nvPr/>
        </p:nvSpPr>
        <p:spPr>
          <a:xfrm>
            <a:off x="990600" y="3994150"/>
            <a:ext cx="1866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Kaggle CSV Dataset</a:t>
            </a:r>
            <a:endParaRPr lang="en-US" sz="1600"/>
          </a:p>
        </p:txBody>
      </p:sp>
      <p:sp>
        <p:nvSpPr>
          <p:cNvPr id="15" name="Shape 13"/>
          <p:cNvSpPr/>
          <p:nvPr/>
        </p:nvSpPr>
        <p:spPr>
          <a:xfrm>
            <a:off x="685800" y="432435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11112" y="11112"/>
                </a:moveTo>
                <a:cubicBezTo>
                  <a:pt x="17259" y="11112"/>
                  <a:pt x="22225" y="16078"/>
                  <a:pt x="22225" y="22225"/>
                </a:cubicBezTo>
                <a:lnTo>
                  <a:pt x="22225" y="138906"/>
                </a:lnTo>
                <a:cubicBezTo>
                  <a:pt x="22225" y="141962"/>
                  <a:pt x="24725" y="144463"/>
                  <a:pt x="27781" y="144463"/>
                </a:cubicBezTo>
                <a:lnTo>
                  <a:pt x="166688" y="144463"/>
                </a:lnTo>
                <a:cubicBezTo>
                  <a:pt x="172834" y="144463"/>
                  <a:pt x="177800" y="149428"/>
                  <a:pt x="177800" y="155575"/>
                </a:cubicBezTo>
                <a:cubicBezTo>
                  <a:pt x="177800" y="161722"/>
                  <a:pt x="172834" y="166688"/>
                  <a:pt x="166688" y="166688"/>
                </a:cubicBezTo>
                <a:lnTo>
                  <a:pt x="27781" y="166688"/>
                </a:lnTo>
                <a:cubicBezTo>
                  <a:pt x="12432" y="166688"/>
                  <a:pt x="0" y="154255"/>
                  <a:pt x="0" y="138906"/>
                </a:cubicBezTo>
                <a:lnTo>
                  <a:pt x="0" y="22225"/>
                </a:lnTo>
                <a:cubicBezTo>
                  <a:pt x="0" y="16078"/>
                  <a:pt x="4966" y="11112"/>
                  <a:pt x="11112" y="11112"/>
                </a:cubicBezTo>
                <a:close/>
                <a:moveTo>
                  <a:pt x="44450" y="33337"/>
                </a:moveTo>
                <a:cubicBezTo>
                  <a:pt x="44450" y="27191"/>
                  <a:pt x="49416" y="22225"/>
                  <a:pt x="55563" y="22225"/>
                </a:cubicBezTo>
                <a:lnTo>
                  <a:pt x="122238" y="22225"/>
                </a:lnTo>
                <a:cubicBezTo>
                  <a:pt x="128384" y="22225"/>
                  <a:pt x="133350" y="27191"/>
                  <a:pt x="133350" y="33337"/>
                </a:cubicBezTo>
                <a:cubicBezTo>
                  <a:pt x="133350" y="39484"/>
                  <a:pt x="128384" y="44450"/>
                  <a:pt x="122238" y="44450"/>
                </a:cubicBezTo>
                <a:lnTo>
                  <a:pt x="55563" y="44450"/>
                </a:lnTo>
                <a:cubicBezTo>
                  <a:pt x="49416" y="44450"/>
                  <a:pt x="44450" y="39484"/>
                  <a:pt x="44450" y="33337"/>
                </a:cubicBezTo>
                <a:close/>
                <a:moveTo>
                  <a:pt x="55563" y="61119"/>
                </a:moveTo>
                <a:lnTo>
                  <a:pt x="100013" y="61119"/>
                </a:lnTo>
                <a:cubicBezTo>
                  <a:pt x="106159" y="61119"/>
                  <a:pt x="111125" y="66085"/>
                  <a:pt x="111125" y="72231"/>
                </a:cubicBezTo>
                <a:cubicBezTo>
                  <a:pt x="111125" y="78378"/>
                  <a:pt x="106159" y="83344"/>
                  <a:pt x="100013" y="83344"/>
                </a:cubicBezTo>
                <a:lnTo>
                  <a:pt x="55563" y="83344"/>
                </a:lnTo>
                <a:cubicBezTo>
                  <a:pt x="49416" y="83344"/>
                  <a:pt x="44450" y="78378"/>
                  <a:pt x="44450" y="72231"/>
                </a:cubicBezTo>
                <a:cubicBezTo>
                  <a:pt x="44450" y="66085"/>
                  <a:pt x="49416" y="61119"/>
                  <a:pt x="55563" y="61119"/>
                </a:cubicBezTo>
                <a:close/>
                <a:moveTo>
                  <a:pt x="55563" y="100013"/>
                </a:moveTo>
                <a:lnTo>
                  <a:pt x="144463" y="100013"/>
                </a:lnTo>
                <a:cubicBezTo>
                  <a:pt x="150609" y="100013"/>
                  <a:pt x="155575" y="104978"/>
                  <a:pt x="155575" y="111125"/>
                </a:cubicBezTo>
                <a:cubicBezTo>
                  <a:pt x="155575" y="117272"/>
                  <a:pt x="150609" y="122238"/>
                  <a:pt x="144463" y="122238"/>
                </a:cubicBezTo>
                <a:lnTo>
                  <a:pt x="55563" y="122238"/>
                </a:lnTo>
                <a:cubicBezTo>
                  <a:pt x="49416" y="122238"/>
                  <a:pt x="44450" y="117272"/>
                  <a:pt x="44450" y="111125"/>
                </a:cubicBezTo>
                <a:cubicBezTo>
                  <a:pt x="44450" y="104978"/>
                  <a:pt x="49416" y="100013"/>
                  <a:pt x="55563" y="100013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16" name="Text 14"/>
          <p:cNvSpPr/>
          <p:nvPr/>
        </p:nvSpPr>
        <p:spPr>
          <a:xfrm>
            <a:off x="990600" y="4298950"/>
            <a:ext cx="1866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1M+ Records</a:t>
            </a:r>
            <a:endParaRPr lang="en-US" sz="1600"/>
          </a:p>
        </p:txBody>
      </p:sp>
      <p:sp>
        <p:nvSpPr>
          <p:cNvPr id="17" name="Shape 15"/>
          <p:cNvSpPr/>
          <p:nvPr/>
        </p:nvSpPr>
        <p:spPr>
          <a:xfrm>
            <a:off x="685800" y="462915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122203" y="97234"/>
                </a:moveTo>
                <a:lnTo>
                  <a:pt x="55910" y="97234"/>
                </a:lnTo>
                <a:cubicBezTo>
                  <a:pt x="56917" y="119633"/>
                  <a:pt x="61883" y="140261"/>
                  <a:pt x="68932" y="155367"/>
                </a:cubicBezTo>
                <a:cubicBezTo>
                  <a:pt x="72891" y="163875"/>
                  <a:pt x="77162" y="169882"/>
                  <a:pt x="81121" y="173563"/>
                </a:cubicBezTo>
                <a:cubicBezTo>
                  <a:pt x="85011" y="177210"/>
                  <a:pt x="87685" y="177800"/>
                  <a:pt x="89074" y="177800"/>
                </a:cubicBezTo>
                <a:cubicBezTo>
                  <a:pt x="90463" y="177800"/>
                  <a:pt x="93137" y="177210"/>
                  <a:pt x="97026" y="173563"/>
                </a:cubicBezTo>
                <a:cubicBezTo>
                  <a:pt x="100985" y="169882"/>
                  <a:pt x="105256" y="163840"/>
                  <a:pt x="109215" y="155367"/>
                </a:cubicBezTo>
                <a:cubicBezTo>
                  <a:pt x="116265" y="140261"/>
                  <a:pt x="121230" y="119633"/>
                  <a:pt x="122238" y="97234"/>
                </a:cubicBezTo>
                <a:close/>
                <a:moveTo>
                  <a:pt x="55875" y="80566"/>
                </a:moveTo>
                <a:lnTo>
                  <a:pt x="122168" y="80566"/>
                </a:lnTo>
                <a:cubicBezTo>
                  <a:pt x="121196" y="58167"/>
                  <a:pt x="116230" y="37539"/>
                  <a:pt x="109180" y="22433"/>
                </a:cubicBezTo>
                <a:cubicBezTo>
                  <a:pt x="105221" y="13960"/>
                  <a:pt x="100950" y="7918"/>
                  <a:pt x="96991" y="4237"/>
                </a:cubicBezTo>
                <a:cubicBezTo>
                  <a:pt x="93102" y="590"/>
                  <a:pt x="90428" y="0"/>
                  <a:pt x="89039" y="0"/>
                </a:cubicBezTo>
                <a:cubicBezTo>
                  <a:pt x="87650" y="0"/>
                  <a:pt x="84976" y="590"/>
                  <a:pt x="81087" y="4237"/>
                </a:cubicBezTo>
                <a:cubicBezTo>
                  <a:pt x="77128" y="7918"/>
                  <a:pt x="72856" y="13960"/>
                  <a:pt x="68897" y="22433"/>
                </a:cubicBezTo>
                <a:cubicBezTo>
                  <a:pt x="61848" y="37539"/>
                  <a:pt x="56882" y="58167"/>
                  <a:pt x="55875" y="80566"/>
                </a:cubicBezTo>
                <a:close/>
                <a:moveTo>
                  <a:pt x="39206" y="80566"/>
                </a:moveTo>
                <a:cubicBezTo>
                  <a:pt x="40422" y="50840"/>
                  <a:pt x="48096" y="23232"/>
                  <a:pt x="59313" y="5105"/>
                </a:cubicBezTo>
                <a:cubicBezTo>
                  <a:pt x="27330" y="16426"/>
                  <a:pt x="3785" y="45561"/>
                  <a:pt x="521" y="80566"/>
                </a:cubicBezTo>
                <a:lnTo>
                  <a:pt x="39206" y="80566"/>
                </a:lnTo>
                <a:close/>
                <a:moveTo>
                  <a:pt x="521" y="97234"/>
                </a:moveTo>
                <a:cubicBezTo>
                  <a:pt x="3785" y="132239"/>
                  <a:pt x="27330" y="161374"/>
                  <a:pt x="59313" y="172695"/>
                </a:cubicBezTo>
                <a:cubicBezTo>
                  <a:pt x="48096" y="154568"/>
                  <a:pt x="40422" y="126960"/>
                  <a:pt x="39206" y="97234"/>
                </a:cubicBezTo>
                <a:lnTo>
                  <a:pt x="521" y="97234"/>
                </a:lnTo>
                <a:close/>
                <a:moveTo>
                  <a:pt x="138872" y="97234"/>
                </a:moveTo>
                <a:cubicBezTo>
                  <a:pt x="137656" y="126960"/>
                  <a:pt x="129982" y="154568"/>
                  <a:pt x="118765" y="172695"/>
                </a:cubicBezTo>
                <a:cubicBezTo>
                  <a:pt x="150748" y="161340"/>
                  <a:pt x="174293" y="132239"/>
                  <a:pt x="177557" y="97234"/>
                </a:cubicBezTo>
                <a:lnTo>
                  <a:pt x="138872" y="97234"/>
                </a:lnTo>
                <a:close/>
                <a:moveTo>
                  <a:pt x="177557" y="80566"/>
                </a:moveTo>
                <a:cubicBezTo>
                  <a:pt x="174293" y="45561"/>
                  <a:pt x="150748" y="16426"/>
                  <a:pt x="118765" y="5105"/>
                </a:cubicBezTo>
                <a:cubicBezTo>
                  <a:pt x="129982" y="23232"/>
                  <a:pt x="137656" y="50840"/>
                  <a:pt x="138872" y="80566"/>
                </a:cubicBezTo>
                <a:lnTo>
                  <a:pt x="177557" y="80566"/>
                </a:ln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18" name="Text 16"/>
          <p:cNvSpPr/>
          <p:nvPr/>
        </p:nvSpPr>
        <p:spPr>
          <a:xfrm>
            <a:off x="990600" y="4603750"/>
            <a:ext cx="1866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1000+ Cities</a:t>
            </a:r>
            <a:endParaRPr lang="en-US" sz="1600"/>
          </a:p>
        </p:txBody>
      </p:sp>
      <p:sp>
        <p:nvSpPr>
          <p:cNvPr id="19" name="Shape 17"/>
          <p:cNvSpPr/>
          <p:nvPr/>
        </p:nvSpPr>
        <p:spPr>
          <a:xfrm>
            <a:off x="685800" y="493395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88900" y="0"/>
                </a:moveTo>
                <a:cubicBezTo>
                  <a:pt x="137965" y="0"/>
                  <a:pt x="177800" y="39835"/>
                  <a:pt x="177800" y="88900"/>
                </a:cubicBezTo>
                <a:cubicBezTo>
                  <a:pt x="177800" y="137965"/>
                  <a:pt x="137965" y="177800"/>
                  <a:pt x="88900" y="177800"/>
                </a:cubicBezTo>
                <a:cubicBezTo>
                  <a:pt x="39835" y="177800"/>
                  <a:pt x="0" y="137965"/>
                  <a:pt x="0" y="88900"/>
                </a:cubicBezTo>
                <a:cubicBezTo>
                  <a:pt x="0" y="39835"/>
                  <a:pt x="39835" y="0"/>
                  <a:pt x="88900" y="0"/>
                </a:cubicBezTo>
                <a:close/>
                <a:moveTo>
                  <a:pt x="80566" y="41672"/>
                </a:moveTo>
                <a:lnTo>
                  <a:pt x="80566" y="88900"/>
                </a:lnTo>
                <a:cubicBezTo>
                  <a:pt x="80566" y="91678"/>
                  <a:pt x="81955" y="94283"/>
                  <a:pt x="84281" y="95845"/>
                </a:cubicBezTo>
                <a:lnTo>
                  <a:pt x="117619" y="118070"/>
                </a:lnTo>
                <a:cubicBezTo>
                  <a:pt x="121439" y="120640"/>
                  <a:pt x="126613" y="119598"/>
                  <a:pt x="129183" y="115744"/>
                </a:cubicBezTo>
                <a:cubicBezTo>
                  <a:pt x="131753" y="111889"/>
                  <a:pt x="130711" y="106749"/>
                  <a:pt x="126856" y="104180"/>
                </a:cubicBezTo>
                <a:lnTo>
                  <a:pt x="97234" y="84455"/>
                </a:lnTo>
                <a:lnTo>
                  <a:pt x="97234" y="41672"/>
                </a:lnTo>
                <a:cubicBezTo>
                  <a:pt x="97234" y="37053"/>
                  <a:pt x="93519" y="33337"/>
                  <a:pt x="88900" y="33337"/>
                </a:cubicBezTo>
                <a:cubicBezTo>
                  <a:pt x="84281" y="33337"/>
                  <a:pt x="80566" y="37053"/>
                  <a:pt x="80566" y="41672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20" name="Text 18"/>
          <p:cNvSpPr/>
          <p:nvPr/>
        </p:nvSpPr>
        <p:spPr>
          <a:xfrm>
            <a:off x="990600" y="4908550"/>
            <a:ext cx="1866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10+ Years Data</a:t>
            </a:r>
            <a:endParaRPr lang="en-US" sz="1600"/>
          </a:p>
        </p:txBody>
      </p:sp>
      <p:sp>
        <p:nvSpPr>
          <p:cNvPr id="21" name="Shape 19"/>
          <p:cNvSpPr/>
          <p:nvPr/>
        </p:nvSpPr>
        <p:spPr>
          <a:xfrm>
            <a:off x="3073400" y="2647950"/>
            <a:ext cx="2413000" cy="2667000"/>
          </a:xfrm>
          <a:custGeom>
            <a:avLst/>
            <a:gdLst/>
            <a:ahLst/>
            <a:cxnLst/>
            <a:rect l="l" t="t" r="r" b="b"/>
            <a:pathLst>
              <a:path w="2413000" h="2667000">
                <a:moveTo>
                  <a:pt x="50800" y="0"/>
                </a:moveTo>
                <a:lnTo>
                  <a:pt x="2362200" y="0"/>
                </a:lnTo>
                <a:cubicBezTo>
                  <a:pt x="2390256" y="0"/>
                  <a:pt x="2413000" y="22744"/>
                  <a:pt x="2413000" y="50800"/>
                </a:cubicBezTo>
                <a:lnTo>
                  <a:pt x="2413000" y="2514595"/>
                </a:lnTo>
                <a:cubicBezTo>
                  <a:pt x="2413000" y="2598766"/>
                  <a:pt x="2344766" y="2667000"/>
                  <a:pt x="2260595" y="2667000"/>
                </a:cubicBezTo>
                <a:lnTo>
                  <a:pt x="152405" y="2667000"/>
                </a:lnTo>
                <a:cubicBezTo>
                  <a:pt x="68234" y="2667000"/>
                  <a:pt x="0" y="2598766"/>
                  <a:pt x="0" y="2514595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D3748"/>
          </a:solidFill>
          <a:ln/>
        </p:spPr>
      </p:sp>
      <p:sp>
        <p:nvSpPr>
          <p:cNvPr id="22" name="Shape 20"/>
          <p:cNvSpPr/>
          <p:nvPr/>
        </p:nvSpPr>
        <p:spPr>
          <a:xfrm>
            <a:off x="3073400" y="2647950"/>
            <a:ext cx="2413000" cy="50800"/>
          </a:xfrm>
          <a:custGeom>
            <a:avLst/>
            <a:gdLst/>
            <a:ahLst/>
            <a:cxnLst/>
            <a:rect l="l" t="t" r="r" b="b"/>
            <a:pathLst>
              <a:path w="2413000" h="50800">
                <a:moveTo>
                  <a:pt x="50800" y="0"/>
                </a:moveTo>
                <a:lnTo>
                  <a:pt x="2362200" y="0"/>
                </a:lnTo>
                <a:cubicBezTo>
                  <a:pt x="2390237" y="0"/>
                  <a:pt x="2413000" y="22763"/>
                  <a:pt x="2413000" y="50800"/>
                </a:cubicBezTo>
                <a:lnTo>
                  <a:pt x="2413000" y="50800"/>
                </a:lnTo>
                <a:lnTo>
                  <a:pt x="0" y="50800"/>
                </a:ln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23" name="Shape 21"/>
          <p:cNvSpPr/>
          <p:nvPr/>
        </p:nvSpPr>
        <p:spPr>
          <a:xfrm>
            <a:off x="3975100" y="28257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F6AD55">
              <a:alpha val="2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4199043" y="2927350"/>
            <a:ext cx="3175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>
                <a:solidFill>
                  <a:srgbClr val="F6AD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/>
          </a:p>
        </p:txBody>
      </p:sp>
      <p:sp>
        <p:nvSpPr>
          <p:cNvPr id="25" name="Text 23"/>
          <p:cNvSpPr/>
          <p:nvPr/>
        </p:nvSpPr>
        <p:spPr>
          <a:xfrm>
            <a:off x="3162300" y="3536950"/>
            <a:ext cx="2235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>
                <a:solidFill>
                  <a:srgbClr val="F6AD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ETL Pipeline</a:t>
            </a:r>
            <a:endParaRPr lang="en-US" sz="1600"/>
          </a:p>
        </p:txBody>
      </p:sp>
      <p:sp>
        <p:nvSpPr>
          <p:cNvPr id="26" name="Shape 24"/>
          <p:cNvSpPr/>
          <p:nvPr/>
        </p:nvSpPr>
        <p:spPr>
          <a:xfrm>
            <a:off x="3228975" y="4019550"/>
            <a:ext cx="222250" cy="177800"/>
          </a:xfrm>
          <a:custGeom>
            <a:avLst/>
            <a:gdLst/>
            <a:ahLst/>
            <a:cxnLst/>
            <a:rect l="l" t="t" r="r" b="b"/>
            <a:pathLst>
              <a:path w="222250" h="177800">
                <a:moveTo>
                  <a:pt x="144428" y="73099"/>
                </a:moveTo>
                <a:cubicBezTo>
                  <a:pt x="148664" y="71953"/>
                  <a:pt x="153109" y="73968"/>
                  <a:pt x="155019" y="77892"/>
                </a:cubicBezTo>
                <a:lnTo>
                  <a:pt x="161479" y="90949"/>
                </a:lnTo>
                <a:cubicBezTo>
                  <a:pt x="165055" y="91435"/>
                  <a:pt x="168563" y="92407"/>
                  <a:pt x="171862" y="93762"/>
                </a:cubicBezTo>
                <a:lnTo>
                  <a:pt x="184016" y="85670"/>
                </a:lnTo>
                <a:cubicBezTo>
                  <a:pt x="187662" y="83240"/>
                  <a:pt x="192489" y="83726"/>
                  <a:pt x="195580" y="86816"/>
                </a:cubicBezTo>
                <a:lnTo>
                  <a:pt x="202248" y="93484"/>
                </a:lnTo>
                <a:cubicBezTo>
                  <a:pt x="205338" y="96575"/>
                  <a:pt x="205824" y="101436"/>
                  <a:pt x="203393" y="105048"/>
                </a:cubicBezTo>
                <a:lnTo>
                  <a:pt x="195302" y="117167"/>
                </a:lnTo>
                <a:cubicBezTo>
                  <a:pt x="195962" y="118800"/>
                  <a:pt x="196552" y="120501"/>
                  <a:pt x="197039" y="122272"/>
                </a:cubicBezTo>
                <a:cubicBezTo>
                  <a:pt x="197525" y="124043"/>
                  <a:pt x="197837" y="125780"/>
                  <a:pt x="198080" y="127551"/>
                </a:cubicBezTo>
                <a:lnTo>
                  <a:pt x="211172" y="134010"/>
                </a:lnTo>
                <a:cubicBezTo>
                  <a:pt x="215096" y="135954"/>
                  <a:pt x="217110" y="140399"/>
                  <a:pt x="215964" y="144601"/>
                </a:cubicBezTo>
                <a:lnTo>
                  <a:pt x="213534" y="153700"/>
                </a:lnTo>
                <a:cubicBezTo>
                  <a:pt x="212388" y="157902"/>
                  <a:pt x="208464" y="160749"/>
                  <a:pt x="204088" y="160471"/>
                </a:cubicBezTo>
                <a:lnTo>
                  <a:pt x="189503" y="159534"/>
                </a:lnTo>
                <a:cubicBezTo>
                  <a:pt x="187315" y="162347"/>
                  <a:pt x="184780" y="164951"/>
                  <a:pt x="181898" y="167174"/>
                </a:cubicBezTo>
                <a:lnTo>
                  <a:pt x="182835" y="181724"/>
                </a:lnTo>
                <a:cubicBezTo>
                  <a:pt x="183113" y="186100"/>
                  <a:pt x="180266" y="190058"/>
                  <a:pt x="176064" y="191170"/>
                </a:cubicBezTo>
                <a:lnTo>
                  <a:pt x="166965" y="193601"/>
                </a:lnTo>
                <a:cubicBezTo>
                  <a:pt x="162729" y="194747"/>
                  <a:pt x="158318" y="192732"/>
                  <a:pt x="156374" y="188808"/>
                </a:cubicBezTo>
                <a:lnTo>
                  <a:pt x="149915" y="175751"/>
                </a:lnTo>
                <a:cubicBezTo>
                  <a:pt x="146338" y="175265"/>
                  <a:pt x="142830" y="174293"/>
                  <a:pt x="139531" y="172938"/>
                </a:cubicBezTo>
                <a:lnTo>
                  <a:pt x="127377" y="181030"/>
                </a:lnTo>
                <a:cubicBezTo>
                  <a:pt x="123731" y="183460"/>
                  <a:pt x="118904" y="182974"/>
                  <a:pt x="115813" y="179884"/>
                </a:cubicBezTo>
                <a:lnTo>
                  <a:pt x="109146" y="173216"/>
                </a:lnTo>
                <a:cubicBezTo>
                  <a:pt x="106055" y="170125"/>
                  <a:pt x="105569" y="165298"/>
                  <a:pt x="108000" y="161652"/>
                </a:cubicBezTo>
                <a:lnTo>
                  <a:pt x="116091" y="149498"/>
                </a:lnTo>
                <a:cubicBezTo>
                  <a:pt x="115431" y="147866"/>
                  <a:pt x="114841" y="146164"/>
                  <a:pt x="114355" y="144393"/>
                </a:cubicBezTo>
                <a:cubicBezTo>
                  <a:pt x="113868" y="142622"/>
                  <a:pt x="113556" y="140851"/>
                  <a:pt x="113313" y="139115"/>
                </a:cubicBezTo>
                <a:lnTo>
                  <a:pt x="100221" y="132655"/>
                </a:lnTo>
                <a:cubicBezTo>
                  <a:pt x="96297" y="130711"/>
                  <a:pt x="94317" y="126266"/>
                  <a:pt x="95429" y="122064"/>
                </a:cubicBezTo>
                <a:lnTo>
                  <a:pt x="97859" y="112966"/>
                </a:lnTo>
                <a:cubicBezTo>
                  <a:pt x="99005" y="108764"/>
                  <a:pt x="102930" y="105916"/>
                  <a:pt x="107305" y="106194"/>
                </a:cubicBezTo>
                <a:lnTo>
                  <a:pt x="121856" y="107131"/>
                </a:lnTo>
                <a:cubicBezTo>
                  <a:pt x="124043" y="104319"/>
                  <a:pt x="126578" y="101714"/>
                  <a:pt x="129461" y="99492"/>
                </a:cubicBezTo>
                <a:lnTo>
                  <a:pt x="128523" y="84976"/>
                </a:lnTo>
                <a:cubicBezTo>
                  <a:pt x="128245" y="80600"/>
                  <a:pt x="131093" y="76642"/>
                  <a:pt x="135295" y="75530"/>
                </a:cubicBezTo>
                <a:lnTo>
                  <a:pt x="144393" y="73099"/>
                </a:lnTo>
                <a:close/>
                <a:moveTo>
                  <a:pt x="155714" y="118070"/>
                </a:moveTo>
                <a:cubicBezTo>
                  <a:pt x="147281" y="118080"/>
                  <a:pt x="140442" y="124934"/>
                  <a:pt x="140452" y="133367"/>
                </a:cubicBezTo>
                <a:cubicBezTo>
                  <a:pt x="140461" y="141800"/>
                  <a:pt x="147316" y="148639"/>
                  <a:pt x="155749" y="148630"/>
                </a:cubicBezTo>
                <a:cubicBezTo>
                  <a:pt x="164182" y="148620"/>
                  <a:pt x="171021" y="141766"/>
                  <a:pt x="171011" y="133333"/>
                </a:cubicBezTo>
                <a:cubicBezTo>
                  <a:pt x="171001" y="124900"/>
                  <a:pt x="164147" y="118061"/>
                  <a:pt x="155714" y="118070"/>
                </a:cubicBezTo>
                <a:close/>
                <a:moveTo>
                  <a:pt x="78100" y="-15801"/>
                </a:moveTo>
                <a:lnTo>
                  <a:pt x="87198" y="-13370"/>
                </a:lnTo>
                <a:cubicBezTo>
                  <a:pt x="91400" y="-12224"/>
                  <a:pt x="94248" y="-8265"/>
                  <a:pt x="93970" y="-3924"/>
                </a:cubicBezTo>
                <a:lnTo>
                  <a:pt x="93032" y="10592"/>
                </a:lnTo>
                <a:cubicBezTo>
                  <a:pt x="95915" y="12814"/>
                  <a:pt x="98450" y="15384"/>
                  <a:pt x="100638" y="18231"/>
                </a:cubicBezTo>
                <a:lnTo>
                  <a:pt x="115223" y="17294"/>
                </a:lnTo>
                <a:cubicBezTo>
                  <a:pt x="119564" y="17016"/>
                  <a:pt x="123522" y="19864"/>
                  <a:pt x="124668" y="24066"/>
                </a:cubicBezTo>
                <a:lnTo>
                  <a:pt x="127099" y="33164"/>
                </a:lnTo>
                <a:cubicBezTo>
                  <a:pt x="128210" y="37366"/>
                  <a:pt x="126231" y="41811"/>
                  <a:pt x="122307" y="43755"/>
                </a:cubicBezTo>
                <a:lnTo>
                  <a:pt x="109215" y="50215"/>
                </a:lnTo>
                <a:cubicBezTo>
                  <a:pt x="108972" y="51986"/>
                  <a:pt x="108625" y="53757"/>
                  <a:pt x="108173" y="55493"/>
                </a:cubicBezTo>
                <a:cubicBezTo>
                  <a:pt x="107722" y="57229"/>
                  <a:pt x="107097" y="58966"/>
                  <a:pt x="106437" y="60598"/>
                </a:cubicBezTo>
                <a:lnTo>
                  <a:pt x="114528" y="72752"/>
                </a:lnTo>
                <a:cubicBezTo>
                  <a:pt x="116959" y="76398"/>
                  <a:pt x="116473" y="81225"/>
                  <a:pt x="113382" y="84316"/>
                </a:cubicBezTo>
                <a:lnTo>
                  <a:pt x="106715" y="90984"/>
                </a:lnTo>
                <a:cubicBezTo>
                  <a:pt x="103624" y="94074"/>
                  <a:pt x="98797" y="94560"/>
                  <a:pt x="95151" y="92130"/>
                </a:cubicBezTo>
                <a:lnTo>
                  <a:pt x="82996" y="84038"/>
                </a:lnTo>
                <a:cubicBezTo>
                  <a:pt x="79697" y="85393"/>
                  <a:pt x="76190" y="86365"/>
                  <a:pt x="72613" y="86851"/>
                </a:cubicBezTo>
                <a:lnTo>
                  <a:pt x="66154" y="99908"/>
                </a:lnTo>
                <a:cubicBezTo>
                  <a:pt x="64209" y="103832"/>
                  <a:pt x="59764" y="105812"/>
                  <a:pt x="55563" y="104701"/>
                </a:cubicBezTo>
                <a:lnTo>
                  <a:pt x="46464" y="102270"/>
                </a:lnTo>
                <a:cubicBezTo>
                  <a:pt x="42228" y="101124"/>
                  <a:pt x="39415" y="97165"/>
                  <a:pt x="39692" y="92824"/>
                </a:cubicBezTo>
                <a:lnTo>
                  <a:pt x="40630" y="78274"/>
                </a:lnTo>
                <a:cubicBezTo>
                  <a:pt x="37748" y="76051"/>
                  <a:pt x="35213" y="73481"/>
                  <a:pt x="33025" y="70634"/>
                </a:cubicBezTo>
                <a:lnTo>
                  <a:pt x="18440" y="71571"/>
                </a:lnTo>
                <a:cubicBezTo>
                  <a:pt x="14099" y="71849"/>
                  <a:pt x="10140" y="69002"/>
                  <a:pt x="8994" y="64800"/>
                </a:cubicBezTo>
                <a:lnTo>
                  <a:pt x="6563" y="55701"/>
                </a:lnTo>
                <a:cubicBezTo>
                  <a:pt x="5452" y="51499"/>
                  <a:pt x="7431" y="47054"/>
                  <a:pt x="11356" y="45110"/>
                </a:cubicBezTo>
                <a:lnTo>
                  <a:pt x="24448" y="38651"/>
                </a:lnTo>
                <a:cubicBezTo>
                  <a:pt x="24691" y="36880"/>
                  <a:pt x="25038" y="35143"/>
                  <a:pt x="25489" y="33372"/>
                </a:cubicBezTo>
                <a:cubicBezTo>
                  <a:pt x="25975" y="31601"/>
                  <a:pt x="26531" y="29900"/>
                  <a:pt x="27226" y="28267"/>
                </a:cubicBezTo>
                <a:lnTo>
                  <a:pt x="19134" y="16148"/>
                </a:lnTo>
                <a:cubicBezTo>
                  <a:pt x="16703" y="12502"/>
                  <a:pt x="17190" y="7675"/>
                  <a:pt x="20280" y="4584"/>
                </a:cubicBezTo>
                <a:lnTo>
                  <a:pt x="26948" y="-2084"/>
                </a:lnTo>
                <a:cubicBezTo>
                  <a:pt x="30038" y="-5174"/>
                  <a:pt x="34865" y="-5660"/>
                  <a:pt x="38512" y="-3230"/>
                </a:cubicBezTo>
                <a:lnTo>
                  <a:pt x="50666" y="4862"/>
                </a:lnTo>
                <a:cubicBezTo>
                  <a:pt x="53965" y="3507"/>
                  <a:pt x="57472" y="2535"/>
                  <a:pt x="61049" y="2049"/>
                </a:cubicBezTo>
                <a:lnTo>
                  <a:pt x="67508" y="-11008"/>
                </a:lnTo>
                <a:cubicBezTo>
                  <a:pt x="69453" y="-14932"/>
                  <a:pt x="73863" y="-16912"/>
                  <a:pt x="78100" y="-15801"/>
                </a:cubicBezTo>
                <a:close/>
                <a:moveTo>
                  <a:pt x="66814" y="29170"/>
                </a:moveTo>
                <a:cubicBezTo>
                  <a:pt x="58381" y="29170"/>
                  <a:pt x="51534" y="36017"/>
                  <a:pt x="51534" y="44450"/>
                </a:cubicBezTo>
                <a:cubicBezTo>
                  <a:pt x="51534" y="52883"/>
                  <a:pt x="58381" y="59730"/>
                  <a:pt x="66814" y="59730"/>
                </a:cubicBezTo>
                <a:cubicBezTo>
                  <a:pt x="75247" y="59730"/>
                  <a:pt x="82094" y="52883"/>
                  <a:pt x="82094" y="44450"/>
                </a:cubicBezTo>
                <a:cubicBezTo>
                  <a:pt x="82094" y="36017"/>
                  <a:pt x="75247" y="29170"/>
                  <a:pt x="66814" y="29170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27" name="Text 25"/>
          <p:cNvSpPr/>
          <p:nvPr/>
        </p:nvSpPr>
        <p:spPr>
          <a:xfrm>
            <a:off x="3556000" y="3994150"/>
            <a:ext cx="1866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Pandas / NumPy</a:t>
            </a:r>
            <a:endParaRPr lang="en-US" sz="1600"/>
          </a:p>
        </p:txBody>
      </p:sp>
      <p:sp>
        <p:nvSpPr>
          <p:cNvPr id="28" name="Shape 26"/>
          <p:cNvSpPr/>
          <p:nvPr/>
        </p:nvSpPr>
        <p:spPr>
          <a:xfrm>
            <a:off x="3240088" y="4324350"/>
            <a:ext cx="200025" cy="177800"/>
          </a:xfrm>
          <a:custGeom>
            <a:avLst/>
            <a:gdLst/>
            <a:ahLst/>
            <a:cxnLst/>
            <a:rect l="l" t="t" r="r" b="b"/>
            <a:pathLst>
              <a:path w="200025" h="177800">
                <a:moveTo>
                  <a:pt x="196761" y="18961"/>
                </a:moveTo>
                <a:cubicBezTo>
                  <a:pt x="201102" y="14620"/>
                  <a:pt x="201102" y="7570"/>
                  <a:pt x="196761" y="3230"/>
                </a:cubicBezTo>
                <a:cubicBezTo>
                  <a:pt x="192420" y="-1111"/>
                  <a:pt x="185370" y="-1111"/>
                  <a:pt x="181030" y="3230"/>
                </a:cubicBezTo>
                <a:lnTo>
                  <a:pt x="114355" y="69905"/>
                </a:lnTo>
                <a:lnTo>
                  <a:pt x="102304" y="57854"/>
                </a:lnTo>
                <a:cubicBezTo>
                  <a:pt x="100846" y="56396"/>
                  <a:pt x="98832" y="55563"/>
                  <a:pt x="96748" y="55563"/>
                </a:cubicBezTo>
                <a:cubicBezTo>
                  <a:pt x="92407" y="55563"/>
                  <a:pt x="88900" y="59070"/>
                  <a:pt x="88900" y="63411"/>
                </a:cubicBezTo>
                <a:lnTo>
                  <a:pt x="88900" y="73516"/>
                </a:lnTo>
                <a:lnTo>
                  <a:pt x="126509" y="111125"/>
                </a:lnTo>
                <a:lnTo>
                  <a:pt x="136614" y="111125"/>
                </a:lnTo>
                <a:cubicBezTo>
                  <a:pt x="140955" y="111125"/>
                  <a:pt x="144463" y="107618"/>
                  <a:pt x="144463" y="103277"/>
                </a:cubicBezTo>
                <a:cubicBezTo>
                  <a:pt x="144463" y="101193"/>
                  <a:pt x="143629" y="99179"/>
                  <a:pt x="142171" y="97721"/>
                </a:cubicBezTo>
                <a:lnTo>
                  <a:pt x="130120" y="85670"/>
                </a:lnTo>
                <a:lnTo>
                  <a:pt x="196795" y="18995"/>
                </a:lnTo>
                <a:close/>
                <a:moveTo>
                  <a:pt x="118452" y="122724"/>
                </a:moveTo>
                <a:lnTo>
                  <a:pt x="77301" y="81573"/>
                </a:lnTo>
                <a:cubicBezTo>
                  <a:pt x="62473" y="80288"/>
                  <a:pt x="47714" y="85636"/>
                  <a:pt x="37088" y="96262"/>
                </a:cubicBezTo>
                <a:lnTo>
                  <a:pt x="34310" y="99040"/>
                </a:lnTo>
                <a:cubicBezTo>
                  <a:pt x="26566" y="106784"/>
                  <a:pt x="22225" y="117272"/>
                  <a:pt x="22225" y="128210"/>
                </a:cubicBezTo>
                <a:cubicBezTo>
                  <a:pt x="22225" y="130572"/>
                  <a:pt x="24691" y="132100"/>
                  <a:pt x="26809" y="131058"/>
                </a:cubicBezTo>
                <a:lnTo>
                  <a:pt x="44554" y="122203"/>
                </a:lnTo>
                <a:cubicBezTo>
                  <a:pt x="46291" y="121335"/>
                  <a:pt x="47853" y="123627"/>
                  <a:pt x="46429" y="124946"/>
                </a:cubicBezTo>
                <a:lnTo>
                  <a:pt x="2535" y="164396"/>
                </a:lnTo>
                <a:cubicBezTo>
                  <a:pt x="938" y="165854"/>
                  <a:pt x="0" y="167938"/>
                  <a:pt x="0" y="170125"/>
                </a:cubicBezTo>
                <a:cubicBezTo>
                  <a:pt x="0" y="174362"/>
                  <a:pt x="3438" y="177800"/>
                  <a:pt x="7675" y="177800"/>
                </a:cubicBezTo>
                <a:lnTo>
                  <a:pt x="67856" y="177800"/>
                </a:lnTo>
                <a:cubicBezTo>
                  <a:pt x="81330" y="177800"/>
                  <a:pt x="94213" y="172452"/>
                  <a:pt x="103763" y="162937"/>
                </a:cubicBezTo>
                <a:cubicBezTo>
                  <a:pt x="114389" y="152311"/>
                  <a:pt x="119702" y="137552"/>
                  <a:pt x="118452" y="122724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29" name="Text 27"/>
          <p:cNvSpPr/>
          <p:nvPr/>
        </p:nvSpPr>
        <p:spPr>
          <a:xfrm>
            <a:off x="3556000" y="4298950"/>
            <a:ext cx="1866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Clean &amp; Filter</a:t>
            </a:r>
            <a:endParaRPr lang="en-US" sz="1600"/>
          </a:p>
        </p:txBody>
      </p:sp>
      <p:sp>
        <p:nvSpPr>
          <p:cNvPr id="30" name="Shape 28"/>
          <p:cNvSpPr/>
          <p:nvPr/>
        </p:nvSpPr>
        <p:spPr>
          <a:xfrm>
            <a:off x="3251200" y="462915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88900" y="0"/>
                </a:moveTo>
                <a:cubicBezTo>
                  <a:pt x="94005" y="0"/>
                  <a:pt x="98693" y="2813"/>
                  <a:pt x="101124" y="7293"/>
                </a:cubicBezTo>
                <a:lnTo>
                  <a:pt x="176133" y="146199"/>
                </a:lnTo>
                <a:cubicBezTo>
                  <a:pt x="178460" y="150505"/>
                  <a:pt x="178356" y="155714"/>
                  <a:pt x="175855" y="159916"/>
                </a:cubicBezTo>
                <a:cubicBezTo>
                  <a:pt x="173355" y="164118"/>
                  <a:pt x="168806" y="166688"/>
                  <a:pt x="163909" y="166688"/>
                </a:cubicBezTo>
                <a:lnTo>
                  <a:pt x="13891" y="166688"/>
                </a:lnTo>
                <a:cubicBezTo>
                  <a:pt x="8994" y="166688"/>
                  <a:pt x="4480" y="164118"/>
                  <a:pt x="1945" y="159916"/>
                </a:cubicBezTo>
                <a:cubicBezTo>
                  <a:pt x="-590" y="155714"/>
                  <a:pt x="-660" y="150505"/>
                  <a:pt x="1667" y="146199"/>
                </a:cubicBezTo>
                <a:lnTo>
                  <a:pt x="76676" y="7293"/>
                </a:lnTo>
                <a:cubicBezTo>
                  <a:pt x="79107" y="2813"/>
                  <a:pt x="83795" y="0"/>
                  <a:pt x="88900" y="0"/>
                </a:cubicBezTo>
                <a:close/>
                <a:moveTo>
                  <a:pt x="88900" y="58341"/>
                </a:moveTo>
                <a:cubicBezTo>
                  <a:pt x="84281" y="58341"/>
                  <a:pt x="80566" y="62056"/>
                  <a:pt x="80566" y="66675"/>
                </a:cubicBezTo>
                <a:lnTo>
                  <a:pt x="80566" y="105569"/>
                </a:lnTo>
                <a:cubicBezTo>
                  <a:pt x="80566" y="110187"/>
                  <a:pt x="84281" y="113903"/>
                  <a:pt x="88900" y="113903"/>
                </a:cubicBezTo>
                <a:cubicBezTo>
                  <a:pt x="93519" y="113903"/>
                  <a:pt x="97234" y="110187"/>
                  <a:pt x="97234" y="105569"/>
                </a:cubicBezTo>
                <a:lnTo>
                  <a:pt x="97234" y="66675"/>
                </a:lnTo>
                <a:cubicBezTo>
                  <a:pt x="97234" y="62056"/>
                  <a:pt x="93519" y="58341"/>
                  <a:pt x="88900" y="58341"/>
                </a:cubicBezTo>
                <a:close/>
                <a:moveTo>
                  <a:pt x="98172" y="133350"/>
                </a:moveTo>
                <a:cubicBezTo>
                  <a:pt x="98383" y="129908"/>
                  <a:pt x="96667" y="126634"/>
                  <a:pt x="93716" y="124849"/>
                </a:cubicBezTo>
                <a:cubicBezTo>
                  <a:pt x="90766" y="123065"/>
                  <a:pt x="87069" y="123065"/>
                  <a:pt x="84119" y="124849"/>
                </a:cubicBezTo>
                <a:cubicBezTo>
                  <a:pt x="81168" y="126634"/>
                  <a:pt x="79452" y="129908"/>
                  <a:pt x="79663" y="133350"/>
                </a:cubicBezTo>
                <a:cubicBezTo>
                  <a:pt x="79452" y="136792"/>
                  <a:pt x="81168" y="140066"/>
                  <a:pt x="84119" y="141851"/>
                </a:cubicBezTo>
                <a:cubicBezTo>
                  <a:pt x="87069" y="143635"/>
                  <a:pt x="90766" y="143635"/>
                  <a:pt x="93716" y="141851"/>
                </a:cubicBezTo>
                <a:cubicBezTo>
                  <a:pt x="96667" y="140066"/>
                  <a:pt x="98383" y="136792"/>
                  <a:pt x="98172" y="133350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31" name="Text 29"/>
          <p:cNvSpPr/>
          <p:nvPr/>
        </p:nvSpPr>
        <p:spPr>
          <a:xfrm>
            <a:off x="3556000" y="4603750"/>
            <a:ext cx="1866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Outlier Removal</a:t>
            </a:r>
            <a:endParaRPr lang="en-US" sz="1600"/>
          </a:p>
        </p:txBody>
      </p:sp>
      <p:sp>
        <p:nvSpPr>
          <p:cNvPr id="32" name="Shape 30"/>
          <p:cNvSpPr/>
          <p:nvPr/>
        </p:nvSpPr>
        <p:spPr>
          <a:xfrm>
            <a:off x="3240088" y="4933950"/>
            <a:ext cx="200025" cy="177800"/>
          </a:xfrm>
          <a:custGeom>
            <a:avLst/>
            <a:gdLst/>
            <a:ahLst/>
            <a:cxnLst/>
            <a:rect l="l" t="t" r="r" b="b"/>
            <a:pathLst>
              <a:path w="200025" h="177800">
                <a:moveTo>
                  <a:pt x="107548" y="24864"/>
                </a:moveTo>
                <a:lnTo>
                  <a:pt x="85184" y="47228"/>
                </a:lnTo>
                <a:lnTo>
                  <a:pt x="96783" y="58827"/>
                </a:lnTo>
                <a:cubicBezTo>
                  <a:pt x="101124" y="63168"/>
                  <a:pt x="101124" y="70217"/>
                  <a:pt x="96783" y="74558"/>
                </a:cubicBezTo>
                <a:cubicBezTo>
                  <a:pt x="92442" y="78899"/>
                  <a:pt x="85393" y="78899"/>
                  <a:pt x="81052" y="74558"/>
                </a:cubicBezTo>
                <a:lnTo>
                  <a:pt x="69453" y="62959"/>
                </a:lnTo>
                <a:lnTo>
                  <a:pt x="35977" y="96436"/>
                </a:lnTo>
                <a:cubicBezTo>
                  <a:pt x="34970" y="97443"/>
                  <a:pt x="34206" y="98693"/>
                  <a:pt x="33789" y="100013"/>
                </a:cubicBezTo>
                <a:lnTo>
                  <a:pt x="145435" y="100013"/>
                </a:lnTo>
                <a:lnTo>
                  <a:pt x="164083" y="81364"/>
                </a:lnTo>
                <a:cubicBezTo>
                  <a:pt x="165785" y="79663"/>
                  <a:pt x="166722" y="77371"/>
                  <a:pt x="166722" y="75009"/>
                </a:cubicBezTo>
                <a:cubicBezTo>
                  <a:pt x="166722" y="72648"/>
                  <a:pt x="165785" y="70321"/>
                  <a:pt x="164083" y="68654"/>
                </a:cubicBezTo>
                <a:lnTo>
                  <a:pt x="120258" y="24864"/>
                </a:lnTo>
                <a:cubicBezTo>
                  <a:pt x="118591" y="23163"/>
                  <a:pt x="116299" y="22225"/>
                  <a:pt x="113903" y="22225"/>
                </a:cubicBezTo>
                <a:cubicBezTo>
                  <a:pt x="111507" y="22225"/>
                  <a:pt x="109215" y="23163"/>
                  <a:pt x="107548" y="24864"/>
                </a:cubicBezTo>
                <a:close/>
                <a:moveTo>
                  <a:pt x="20246" y="80705"/>
                </a:moveTo>
                <a:lnTo>
                  <a:pt x="53722" y="47228"/>
                </a:lnTo>
                <a:lnTo>
                  <a:pt x="36567" y="30073"/>
                </a:lnTo>
                <a:cubicBezTo>
                  <a:pt x="32226" y="25732"/>
                  <a:pt x="32226" y="18683"/>
                  <a:pt x="36567" y="14342"/>
                </a:cubicBezTo>
                <a:cubicBezTo>
                  <a:pt x="40908" y="10001"/>
                  <a:pt x="47957" y="10001"/>
                  <a:pt x="52298" y="14342"/>
                </a:cubicBezTo>
                <a:lnTo>
                  <a:pt x="69453" y="31497"/>
                </a:lnTo>
                <a:lnTo>
                  <a:pt x="91817" y="9133"/>
                </a:lnTo>
                <a:cubicBezTo>
                  <a:pt x="97686" y="3299"/>
                  <a:pt x="105603" y="0"/>
                  <a:pt x="113903" y="0"/>
                </a:cubicBezTo>
                <a:cubicBezTo>
                  <a:pt x="122203" y="0"/>
                  <a:pt x="130120" y="3299"/>
                  <a:pt x="135989" y="9133"/>
                </a:cubicBezTo>
                <a:lnTo>
                  <a:pt x="179779" y="52923"/>
                </a:lnTo>
                <a:cubicBezTo>
                  <a:pt x="185613" y="58792"/>
                  <a:pt x="188913" y="66710"/>
                  <a:pt x="188913" y="75009"/>
                </a:cubicBezTo>
                <a:cubicBezTo>
                  <a:pt x="188913" y="83309"/>
                  <a:pt x="185613" y="91227"/>
                  <a:pt x="179779" y="97095"/>
                </a:cubicBezTo>
                <a:lnTo>
                  <a:pt x="108208" y="168667"/>
                </a:lnTo>
                <a:cubicBezTo>
                  <a:pt x="102339" y="174501"/>
                  <a:pt x="94422" y="177800"/>
                  <a:pt x="86122" y="177800"/>
                </a:cubicBezTo>
                <a:cubicBezTo>
                  <a:pt x="77822" y="177800"/>
                  <a:pt x="69905" y="174501"/>
                  <a:pt x="64036" y="168667"/>
                </a:cubicBezTo>
                <a:lnTo>
                  <a:pt x="20246" y="124877"/>
                </a:lnTo>
                <a:cubicBezTo>
                  <a:pt x="14412" y="119008"/>
                  <a:pt x="11112" y="111090"/>
                  <a:pt x="11112" y="102791"/>
                </a:cubicBezTo>
                <a:cubicBezTo>
                  <a:pt x="11112" y="94491"/>
                  <a:pt x="14412" y="86573"/>
                  <a:pt x="20246" y="80705"/>
                </a:cubicBezTo>
                <a:close/>
                <a:moveTo>
                  <a:pt x="177800" y="188913"/>
                </a:moveTo>
                <a:cubicBezTo>
                  <a:pt x="165542" y="188913"/>
                  <a:pt x="155575" y="178946"/>
                  <a:pt x="155575" y="166688"/>
                </a:cubicBezTo>
                <a:cubicBezTo>
                  <a:pt x="155575" y="157936"/>
                  <a:pt x="166896" y="139045"/>
                  <a:pt x="173355" y="128940"/>
                </a:cubicBezTo>
                <a:cubicBezTo>
                  <a:pt x="175439" y="125675"/>
                  <a:pt x="180127" y="125675"/>
                  <a:pt x="182210" y="128940"/>
                </a:cubicBezTo>
                <a:cubicBezTo>
                  <a:pt x="188704" y="139045"/>
                  <a:pt x="199990" y="157936"/>
                  <a:pt x="199990" y="166688"/>
                </a:cubicBezTo>
                <a:cubicBezTo>
                  <a:pt x="199990" y="178946"/>
                  <a:pt x="190024" y="188913"/>
                  <a:pt x="177765" y="188913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33" name="Text 31"/>
          <p:cNvSpPr/>
          <p:nvPr/>
        </p:nvSpPr>
        <p:spPr>
          <a:xfrm>
            <a:off x="3556000" y="4908550"/>
            <a:ext cx="1866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Missing Values</a:t>
            </a:r>
            <a:endParaRPr lang="en-US" sz="1600"/>
          </a:p>
        </p:txBody>
      </p:sp>
      <p:sp>
        <p:nvSpPr>
          <p:cNvPr id="34" name="Shape 32"/>
          <p:cNvSpPr/>
          <p:nvPr/>
        </p:nvSpPr>
        <p:spPr>
          <a:xfrm>
            <a:off x="5638800" y="2647950"/>
            <a:ext cx="2413000" cy="2667000"/>
          </a:xfrm>
          <a:custGeom>
            <a:avLst/>
            <a:gdLst/>
            <a:ahLst/>
            <a:cxnLst/>
            <a:rect l="l" t="t" r="r" b="b"/>
            <a:pathLst>
              <a:path w="2413000" h="2667000">
                <a:moveTo>
                  <a:pt x="50800" y="0"/>
                </a:moveTo>
                <a:lnTo>
                  <a:pt x="2362200" y="0"/>
                </a:lnTo>
                <a:cubicBezTo>
                  <a:pt x="2390256" y="0"/>
                  <a:pt x="2413000" y="22744"/>
                  <a:pt x="2413000" y="50800"/>
                </a:cubicBezTo>
                <a:lnTo>
                  <a:pt x="2413000" y="2514595"/>
                </a:lnTo>
                <a:cubicBezTo>
                  <a:pt x="2413000" y="2598766"/>
                  <a:pt x="2344766" y="2667000"/>
                  <a:pt x="2260595" y="2667000"/>
                </a:cubicBezTo>
                <a:lnTo>
                  <a:pt x="152405" y="2667000"/>
                </a:lnTo>
                <a:cubicBezTo>
                  <a:pt x="68234" y="2667000"/>
                  <a:pt x="0" y="2598766"/>
                  <a:pt x="0" y="2514595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D3748"/>
          </a:solidFill>
          <a:ln/>
        </p:spPr>
      </p:sp>
      <p:sp>
        <p:nvSpPr>
          <p:cNvPr id="35" name="Shape 33"/>
          <p:cNvSpPr/>
          <p:nvPr/>
        </p:nvSpPr>
        <p:spPr>
          <a:xfrm>
            <a:off x="5638800" y="2647950"/>
            <a:ext cx="2413000" cy="50800"/>
          </a:xfrm>
          <a:custGeom>
            <a:avLst/>
            <a:gdLst/>
            <a:ahLst/>
            <a:cxnLst/>
            <a:rect l="l" t="t" r="r" b="b"/>
            <a:pathLst>
              <a:path w="2413000" h="50800">
                <a:moveTo>
                  <a:pt x="50800" y="0"/>
                </a:moveTo>
                <a:lnTo>
                  <a:pt x="2362200" y="0"/>
                </a:lnTo>
                <a:cubicBezTo>
                  <a:pt x="2390237" y="0"/>
                  <a:pt x="2413000" y="22763"/>
                  <a:pt x="2413000" y="50800"/>
                </a:cubicBezTo>
                <a:lnTo>
                  <a:pt x="2413000" y="50800"/>
                </a:lnTo>
                <a:lnTo>
                  <a:pt x="0" y="50800"/>
                </a:ln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36" name="Shape 34"/>
          <p:cNvSpPr/>
          <p:nvPr/>
        </p:nvSpPr>
        <p:spPr>
          <a:xfrm>
            <a:off x="6540500" y="28257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6760633" y="2927350"/>
            <a:ext cx="3175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>
                <a:solidFill>
                  <a:srgbClr val="4FD1C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/>
          </a:p>
        </p:txBody>
      </p:sp>
      <p:sp>
        <p:nvSpPr>
          <p:cNvPr id="38" name="Text 36"/>
          <p:cNvSpPr/>
          <p:nvPr/>
        </p:nvSpPr>
        <p:spPr>
          <a:xfrm>
            <a:off x="5727700" y="3536950"/>
            <a:ext cx="2235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Database</a:t>
            </a:r>
            <a:endParaRPr lang="en-US" sz="1600"/>
          </a:p>
        </p:txBody>
      </p:sp>
      <p:sp>
        <p:nvSpPr>
          <p:cNvPr id="39" name="Shape 37"/>
          <p:cNvSpPr/>
          <p:nvPr/>
        </p:nvSpPr>
        <p:spPr>
          <a:xfrm>
            <a:off x="5827713" y="4019550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22225" y="11112"/>
                </a:moveTo>
                <a:cubicBezTo>
                  <a:pt x="9967" y="11112"/>
                  <a:pt x="0" y="21079"/>
                  <a:pt x="0" y="33337"/>
                </a:cubicBezTo>
                <a:lnTo>
                  <a:pt x="0" y="55563"/>
                </a:lnTo>
                <a:cubicBezTo>
                  <a:pt x="0" y="67821"/>
                  <a:pt x="9967" y="77788"/>
                  <a:pt x="22225" y="77788"/>
                </a:cubicBezTo>
                <a:lnTo>
                  <a:pt x="133350" y="77788"/>
                </a:lnTo>
                <a:cubicBezTo>
                  <a:pt x="145608" y="77788"/>
                  <a:pt x="155575" y="67821"/>
                  <a:pt x="155575" y="55563"/>
                </a:cubicBezTo>
                <a:lnTo>
                  <a:pt x="155575" y="33337"/>
                </a:lnTo>
                <a:cubicBezTo>
                  <a:pt x="155575" y="21079"/>
                  <a:pt x="145608" y="11112"/>
                  <a:pt x="133350" y="11112"/>
                </a:cubicBezTo>
                <a:lnTo>
                  <a:pt x="22225" y="11112"/>
                </a:lnTo>
                <a:close/>
                <a:moveTo>
                  <a:pt x="97234" y="36116"/>
                </a:moveTo>
                <a:cubicBezTo>
                  <a:pt x="101834" y="36116"/>
                  <a:pt x="105569" y="39850"/>
                  <a:pt x="105569" y="44450"/>
                </a:cubicBezTo>
                <a:cubicBezTo>
                  <a:pt x="105569" y="49050"/>
                  <a:pt x="101834" y="52784"/>
                  <a:pt x="97234" y="52784"/>
                </a:cubicBezTo>
                <a:cubicBezTo>
                  <a:pt x="92635" y="52784"/>
                  <a:pt x="88900" y="49050"/>
                  <a:pt x="88900" y="44450"/>
                </a:cubicBezTo>
                <a:cubicBezTo>
                  <a:pt x="88900" y="39850"/>
                  <a:pt x="92635" y="36116"/>
                  <a:pt x="97234" y="36116"/>
                </a:cubicBezTo>
                <a:close/>
                <a:moveTo>
                  <a:pt x="116681" y="44450"/>
                </a:moveTo>
                <a:cubicBezTo>
                  <a:pt x="116681" y="39850"/>
                  <a:pt x="120416" y="36116"/>
                  <a:pt x="125016" y="36116"/>
                </a:cubicBezTo>
                <a:cubicBezTo>
                  <a:pt x="129615" y="36116"/>
                  <a:pt x="133350" y="39850"/>
                  <a:pt x="133350" y="44450"/>
                </a:cubicBezTo>
                <a:cubicBezTo>
                  <a:pt x="133350" y="49050"/>
                  <a:pt x="129615" y="52784"/>
                  <a:pt x="125016" y="52784"/>
                </a:cubicBezTo>
                <a:cubicBezTo>
                  <a:pt x="120416" y="52784"/>
                  <a:pt x="116681" y="49050"/>
                  <a:pt x="116681" y="44450"/>
                </a:cubicBezTo>
                <a:close/>
                <a:moveTo>
                  <a:pt x="22225" y="100013"/>
                </a:moveTo>
                <a:cubicBezTo>
                  <a:pt x="9967" y="100013"/>
                  <a:pt x="0" y="109979"/>
                  <a:pt x="0" y="122238"/>
                </a:cubicBezTo>
                <a:lnTo>
                  <a:pt x="0" y="144463"/>
                </a:lnTo>
                <a:cubicBezTo>
                  <a:pt x="0" y="156721"/>
                  <a:pt x="9967" y="166688"/>
                  <a:pt x="22225" y="166688"/>
                </a:cubicBezTo>
                <a:lnTo>
                  <a:pt x="133350" y="166688"/>
                </a:lnTo>
                <a:cubicBezTo>
                  <a:pt x="145608" y="166688"/>
                  <a:pt x="155575" y="156721"/>
                  <a:pt x="155575" y="144463"/>
                </a:cubicBezTo>
                <a:lnTo>
                  <a:pt x="155575" y="122238"/>
                </a:lnTo>
                <a:cubicBezTo>
                  <a:pt x="155575" y="109979"/>
                  <a:pt x="145608" y="100013"/>
                  <a:pt x="133350" y="100013"/>
                </a:cubicBezTo>
                <a:lnTo>
                  <a:pt x="22225" y="100013"/>
                </a:lnTo>
                <a:close/>
                <a:moveTo>
                  <a:pt x="97234" y="125016"/>
                </a:moveTo>
                <a:cubicBezTo>
                  <a:pt x="101834" y="125016"/>
                  <a:pt x="105569" y="128750"/>
                  <a:pt x="105569" y="133350"/>
                </a:cubicBezTo>
                <a:cubicBezTo>
                  <a:pt x="105569" y="137950"/>
                  <a:pt x="101834" y="141684"/>
                  <a:pt x="97234" y="141684"/>
                </a:cubicBezTo>
                <a:cubicBezTo>
                  <a:pt x="92635" y="141684"/>
                  <a:pt x="88900" y="137950"/>
                  <a:pt x="88900" y="133350"/>
                </a:cubicBezTo>
                <a:cubicBezTo>
                  <a:pt x="88900" y="128750"/>
                  <a:pt x="92635" y="125016"/>
                  <a:pt x="97234" y="125016"/>
                </a:cubicBezTo>
                <a:close/>
                <a:moveTo>
                  <a:pt x="116681" y="133350"/>
                </a:moveTo>
                <a:cubicBezTo>
                  <a:pt x="116681" y="128750"/>
                  <a:pt x="120416" y="125016"/>
                  <a:pt x="125016" y="125016"/>
                </a:cubicBezTo>
                <a:cubicBezTo>
                  <a:pt x="129615" y="125016"/>
                  <a:pt x="133350" y="128750"/>
                  <a:pt x="133350" y="133350"/>
                </a:cubicBezTo>
                <a:cubicBezTo>
                  <a:pt x="133350" y="137950"/>
                  <a:pt x="129615" y="141684"/>
                  <a:pt x="125016" y="141684"/>
                </a:cubicBezTo>
                <a:cubicBezTo>
                  <a:pt x="120416" y="141684"/>
                  <a:pt x="116681" y="137950"/>
                  <a:pt x="116681" y="13335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40" name="Text 38"/>
          <p:cNvSpPr/>
          <p:nvPr/>
        </p:nvSpPr>
        <p:spPr>
          <a:xfrm>
            <a:off x="6121400" y="3994150"/>
            <a:ext cx="1866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PostgreSQL</a:t>
            </a:r>
            <a:endParaRPr lang="en-US" sz="1600"/>
          </a:p>
        </p:txBody>
      </p:sp>
      <p:sp>
        <p:nvSpPr>
          <p:cNvPr id="41" name="Shape 39"/>
          <p:cNvSpPr/>
          <p:nvPr/>
        </p:nvSpPr>
        <p:spPr>
          <a:xfrm>
            <a:off x="5816600" y="432435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80739" y="1806"/>
                </a:moveTo>
                <a:cubicBezTo>
                  <a:pt x="85914" y="-590"/>
                  <a:pt x="91886" y="-590"/>
                  <a:pt x="97061" y="1806"/>
                </a:cubicBezTo>
                <a:lnTo>
                  <a:pt x="172973" y="36880"/>
                </a:lnTo>
                <a:cubicBezTo>
                  <a:pt x="175925" y="38234"/>
                  <a:pt x="177800" y="41186"/>
                  <a:pt x="177800" y="44450"/>
                </a:cubicBezTo>
                <a:cubicBezTo>
                  <a:pt x="177800" y="47714"/>
                  <a:pt x="175925" y="50666"/>
                  <a:pt x="172973" y="52020"/>
                </a:cubicBezTo>
                <a:lnTo>
                  <a:pt x="97061" y="87094"/>
                </a:lnTo>
                <a:cubicBezTo>
                  <a:pt x="91886" y="89490"/>
                  <a:pt x="85914" y="89490"/>
                  <a:pt x="80739" y="87094"/>
                </a:cubicBezTo>
                <a:lnTo>
                  <a:pt x="4827" y="52020"/>
                </a:lnTo>
                <a:cubicBezTo>
                  <a:pt x="1875" y="50631"/>
                  <a:pt x="0" y="47680"/>
                  <a:pt x="0" y="44450"/>
                </a:cubicBezTo>
                <a:cubicBezTo>
                  <a:pt x="0" y="41220"/>
                  <a:pt x="1875" y="38234"/>
                  <a:pt x="4827" y="36880"/>
                </a:cubicBezTo>
                <a:lnTo>
                  <a:pt x="80739" y="1806"/>
                </a:lnTo>
                <a:close/>
                <a:moveTo>
                  <a:pt x="16703" y="75843"/>
                </a:moveTo>
                <a:lnTo>
                  <a:pt x="73759" y="102200"/>
                </a:lnTo>
                <a:cubicBezTo>
                  <a:pt x="83378" y="106645"/>
                  <a:pt x="94456" y="106645"/>
                  <a:pt x="104076" y="102200"/>
                </a:cubicBezTo>
                <a:lnTo>
                  <a:pt x="161131" y="75843"/>
                </a:lnTo>
                <a:lnTo>
                  <a:pt x="172973" y="81330"/>
                </a:lnTo>
                <a:cubicBezTo>
                  <a:pt x="175925" y="82684"/>
                  <a:pt x="177800" y="85636"/>
                  <a:pt x="177800" y="88900"/>
                </a:cubicBezTo>
                <a:cubicBezTo>
                  <a:pt x="177800" y="92164"/>
                  <a:pt x="175925" y="95116"/>
                  <a:pt x="172973" y="96470"/>
                </a:cubicBezTo>
                <a:lnTo>
                  <a:pt x="97061" y="131544"/>
                </a:lnTo>
                <a:cubicBezTo>
                  <a:pt x="91886" y="133940"/>
                  <a:pt x="85914" y="133940"/>
                  <a:pt x="80739" y="131544"/>
                </a:cubicBezTo>
                <a:lnTo>
                  <a:pt x="4827" y="96470"/>
                </a:lnTo>
                <a:cubicBezTo>
                  <a:pt x="1875" y="95081"/>
                  <a:pt x="0" y="92130"/>
                  <a:pt x="0" y="88900"/>
                </a:cubicBezTo>
                <a:cubicBezTo>
                  <a:pt x="0" y="85670"/>
                  <a:pt x="1875" y="82684"/>
                  <a:pt x="4827" y="81330"/>
                </a:cubicBezTo>
                <a:lnTo>
                  <a:pt x="16669" y="75843"/>
                </a:lnTo>
                <a:close/>
                <a:moveTo>
                  <a:pt x="4827" y="125780"/>
                </a:moveTo>
                <a:lnTo>
                  <a:pt x="16669" y="120293"/>
                </a:lnTo>
                <a:lnTo>
                  <a:pt x="73724" y="146650"/>
                </a:lnTo>
                <a:cubicBezTo>
                  <a:pt x="83344" y="151095"/>
                  <a:pt x="94422" y="151095"/>
                  <a:pt x="104041" y="146650"/>
                </a:cubicBezTo>
                <a:lnTo>
                  <a:pt x="161097" y="120293"/>
                </a:lnTo>
                <a:lnTo>
                  <a:pt x="172938" y="125780"/>
                </a:lnTo>
                <a:cubicBezTo>
                  <a:pt x="175890" y="127134"/>
                  <a:pt x="177765" y="130086"/>
                  <a:pt x="177765" y="133350"/>
                </a:cubicBezTo>
                <a:cubicBezTo>
                  <a:pt x="177765" y="136614"/>
                  <a:pt x="175890" y="139566"/>
                  <a:pt x="172938" y="140920"/>
                </a:cubicBezTo>
                <a:lnTo>
                  <a:pt x="97026" y="175994"/>
                </a:lnTo>
                <a:cubicBezTo>
                  <a:pt x="91852" y="178390"/>
                  <a:pt x="85879" y="178390"/>
                  <a:pt x="80705" y="175994"/>
                </a:cubicBezTo>
                <a:lnTo>
                  <a:pt x="4827" y="140920"/>
                </a:lnTo>
                <a:cubicBezTo>
                  <a:pt x="1875" y="139531"/>
                  <a:pt x="0" y="136580"/>
                  <a:pt x="0" y="133350"/>
                </a:cubicBezTo>
                <a:cubicBezTo>
                  <a:pt x="0" y="130120"/>
                  <a:pt x="1875" y="127134"/>
                  <a:pt x="4827" y="12578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42" name="Text 40"/>
          <p:cNvSpPr/>
          <p:nvPr/>
        </p:nvSpPr>
        <p:spPr>
          <a:xfrm>
            <a:off x="6121400" y="4298950"/>
            <a:ext cx="1866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TimescaleDB</a:t>
            </a:r>
            <a:endParaRPr lang="en-US" sz="1600"/>
          </a:p>
        </p:txBody>
      </p:sp>
      <p:sp>
        <p:nvSpPr>
          <p:cNvPr id="43" name="Shape 41"/>
          <p:cNvSpPr/>
          <p:nvPr/>
        </p:nvSpPr>
        <p:spPr>
          <a:xfrm>
            <a:off x="5816600" y="462915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88900" y="0"/>
                </a:moveTo>
                <a:cubicBezTo>
                  <a:pt x="137965" y="0"/>
                  <a:pt x="177800" y="39835"/>
                  <a:pt x="177800" y="88900"/>
                </a:cubicBezTo>
                <a:cubicBezTo>
                  <a:pt x="177800" y="137965"/>
                  <a:pt x="137965" y="177800"/>
                  <a:pt x="88900" y="177800"/>
                </a:cubicBezTo>
                <a:cubicBezTo>
                  <a:pt x="39835" y="177800"/>
                  <a:pt x="0" y="137965"/>
                  <a:pt x="0" y="88900"/>
                </a:cubicBezTo>
                <a:cubicBezTo>
                  <a:pt x="0" y="39835"/>
                  <a:pt x="39835" y="0"/>
                  <a:pt x="88900" y="0"/>
                </a:cubicBezTo>
                <a:close/>
                <a:moveTo>
                  <a:pt x="80566" y="41672"/>
                </a:moveTo>
                <a:lnTo>
                  <a:pt x="80566" y="88900"/>
                </a:lnTo>
                <a:cubicBezTo>
                  <a:pt x="80566" y="91678"/>
                  <a:pt x="81955" y="94283"/>
                  <a:pt x="84281" y="95845"/>
                </a:cubicBezTo>
                <a:lnTo>
                  <a:pt x="117619" y="118070"/>
                </a:lnTo>
                <a:cubicBezTo>
                  <a:pt x="121439" y="120640"/>
                  <a:pt x="126613" y="119598"/>
                  <a:pt x="129183" y="115744"/>
                </a:cubicBezTo>
                <a:cubicBezTo>
                  <a:pt x="131753" y="111889"/>
                  <a:pt x="130711" y="106749"/>
                  <a:pt x="126856" y="104180"/>
                </a:cubicBezTo>
                <a:lnTo>
                  <a:pt x="97234" y="84455"/>
                </a:lnTo>
                <a:lnTo>
                  <a:pt x="97234" y="41672"/>
                </a:lnTo>
                <a:cubicBezTo>
                  <a:pt x="97234" y="37053"/>
                  <a:pt x="93519" y="33337"/>
                  <a:pt x="88900" y="33337"/>
                </a:cubicBezTo>
                <a:cubicBezTo>
                  <a:pt x="84281" y="33337"/>
                  <a:pt x="80566" y="37053"/>
                  <a:pt x="80566" y="41672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44" name="Text 42"/>
          <p:cNvSpPr/>
          <p:nvPr/>
        </p:nvSpPr>
        <p:spPr>
          <a:xfrm>
            <a:off x="6121400" y="4603750"/>
            <a:ext cx="1866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Time-Series Optimized</a:t>
            </a:r>
            <a:endParaRPr lang="en-US" sz="1600"/>
          </a:p>
        </p:txBody>
      </p:sp>
      <p:sp>
        <p:nvSpPr>
          <p:cNvPr id="45" name="Shape 43"/>
          <p:cNvSpPr/>
          <p:nvPr/>
        </p:nvSpPr>
        <p:spPr>
          <a:xfrm>
            <a:off x="5816600" y="493395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88900" y="0"/>
                </a:moveTo>
                <a:cubicBezTo>
                  <a:pt x="90497" y="0"/>
                  <a:pt x="92095" y="347"/>
                  <a:pt x="93553" y="1007"/>
                </a:cubicBezTo>
                <a:lnTo>
                  <a:pt x="158978" y="28754"/>
                </a:lnTo>
                <a:cubicBezTo>
                  <a:pt x="166618" y="31983"/>
                  <a:pt x="172313" y="39519"/>
                  <a:pt x="172278" y="48617"/>
                </a:cubicBezTo>
                <a:cubicBezTo>
                  <a:pt x="172105" y="83066"/>
                  <a:pt x="157936" y="146095"/>
                  <a:pt x="98103" y="174744"/>
                </a:cubicBezTo>
                <a:cubicBezTo>
                  <a:pt x="92303" y="177522"/>
                  <a:pt x="85566" y="177522"/>
                  <a:pt x="79767" y="174744"/>
                </a:cubicBezTo>
                <a:cubicBezTo>
                  <a:pt x="19898" y="146095"/>
                  <a:pt x="5765" y="83066"/>
                  <a:pt x="5591" y="48617"/>
                </a:cubicBezTo>
                <a:cubicBezTo>
                  <a:pt x="5556" y="39519"/>
                  <a:pt x="11251" y="31983"/>
                  <a:pt x="18891" y="28754"/>
                </a:cubicBezTo>
                <a:lnTo>
                  <a:pt x="84281" y="1007"/>
                </a:lnTo>
                <a:cubicBezTo>
                  <a:pt x="85740" y="347"/>
                  <a:pt x="87303" y="0"/>
                  <a:pt x="88900" y="0"/>
                </a:cubicBezTo>
                <a:close/>
                <a:moveTo>
                  <a:pt x="88900" y="23197"/>
                </a:moveTo>
                <a:lnTo>
                  <a:pt x="88900" y="154498"/>
                </a:lnTo>
                <a:cubicBezTo>
                  <a:pt x="136823" y="131301"/>
                  <a:pt x="149706" y="79906"/>
                  <a:pt x="150019" y="49138"/>
                </a:cubicBezTo>
                <a:lnTo>
                  <a:pt x="88900" y="23232"/>
                </a:lnTo>
                <a:lnTo>
                  <a:pt x="88900" y="23232"/>
                </a:ln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46" name="Text 44"/>
          <p:cNvSpPr/>
          <p:nvPr/>
        </p:nvSpPr>
        <p:spPr>
          <a:xfrm>
            <a:off x="6121400" y="4908550"/>
            <a:ext cx="1866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Reliable Storage</a:t>
            </a:r>
            <a:endParaRPr lang="en-US" sz="1600"/>
          </a:p>
        </p:txBody>
      </p:sp>
      <p:sp>
        <p:nvSpPr>
          <p:cNvPr id="47" name="Shape 45"/>
          <p:cNvSpPr/>
          <p:nvPr/>
        </p:nvSpPr>
        <p:spPr>
          <a:xfrm>
            <a:off x="8204200" y="2647950"/>
            <a:ext cx="2413000" cy="2667000"/>
          </a:xfrm>
          <a:custGeom>
            <a:avLst/>
            <a:gdLst/>
            <a:ahLst/>
            <a:cxnLst/>
            <a:rect l="l" t="t" r="r" b="b"/>
            <a:pathLst>
              <a:path w="2413000" h="2667000">
                <a:moveTo>
                  <a:pt x="50800" y="0"/>
                </a:moveTo>
                <a:lnTo>
                  <a:pt x="2362200" y="0"/>
                </a:lnTo>
                <a:cubicBezTo>
                  <a:pt x="2390256" y="0"/>
                  <a:pt x="2413000" y="22744"/>
                  <a:pt x="2413000" y="50800"/>
                </a:cubicBezTo>
                <a:lnTo>
                  <a:pt x="2413000" y="2514595"/>
                </a:lnTo>
                <a:cubicBezTo>
                  <a:pt x="2413000" y="2598766"/>
                  <a:pt x="2344766" y="2667000"/>
                  <a:pt x="2260595" y="2667000"/>
                </a:cubicBezTo>
                <a:lnTo>
                  <a:pt x="152405" y="2667000"/>
                </a:lnTo>
                <a:cubicBezTo>
                  <a:pt x="68234" y="2667000"/>
                  <a:pt x="0" y="2598766"/>
                  <a:pt x="0" y="2514595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D3748"/>
          </a:solidFill>
          <a:ln/>
        </p:spPr>
      </p:sp>
      <p:sp>
        <p:nvSpPr>
          <p:cNvPr id="48" name="Shape 46"/>
          <p:cNvSpPr/>
          <p:nvPr/>
        </p:nvSpPr>
        <p:spPr>
          <a:xfrm>
            <a:off x="8204200" y="2647950"/>
            <a:ext cx="2413000" cy="50800"/>
          </a:xfrm>
          <a:custGeom>
            <a:avLst/>
            <a:gdLst/>
            <a:ahLst/>
            <a:cxnLst/>
            <a:rect l="l" t="t" r="r" b="b"/>
            <a:pathLst>
              <a:path w="2413000" h="50800">
                <a:moveTo>
                  <a:pt x="50800" y="0"/>
                </a:moveTo>
                <a:lnTo>
                  <a:pt x="2362200" y="0"/>
                </a:lnTo>
                <a:cubicBezTo>
                  <a:pt x="2390237" y="0"/>
                  <a:pt x="2413000" y="22763"/>
                  <a:pt x="2413000" y="50800"/>
                </a:cubicBezTo>
                <a:lnTo>
                  <a:pt x="2413000" y="50800"/>
                </a:lnTo>
                <a:lnTo>
                  <a:pt x="0" y="50800"/>
                </a:ln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49" name="Shape 47"/>
          <p:cNvSpPr/>
          <p:nvPr/>
        </p:nvSpPr>
        <p:spPr>
          <a:xfrm>
            <a:off x="9105900" y="28257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F6AD55">
              <a:alpha val="20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9330055" y="2927350"/>
            <a:ext cx="3175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>
                <a:solidFill>
                  <a:srgbClr val="F6AD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/>
          </a:p>
        </p:txBody>
      </p:sp>
      <p:sp>
        <p:nvSpPr>
          <p:cNvPr id="51" name="Text 49"/>
          <p:cNvSpPr/>
          <p:nvPr/>
        </p:nvSpPr>
        <p:spPr>
          <a:xfrm>
            <a:off x="8293100" y="3536950"/>
            <a:ext cx="2235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>
                <a:solidFill>
                  <a:srgbClr val="F6AD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ML Models</a:t>
            </a:r>
            <a:endParaRPr lang="en-US" sz="1600"/>
          </a:p>
        </p:txBody>
      </p:sp>
      <p:sp>
        <p:nvSpPr>
          <p:cNvPr id="52" name="Shape 50"/>
          <p:cNvSpPr/>
          <p:nvPr/>
        </p:nvSpPr>
        <p:spPr>
          <a:xfrm>
            <a:off x="8382000" y="401955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41672" y="19447"/>
                </a:moveTo>
                <a:cubicBezTo>
                  <a:pt x="41672" y="8716"/>
                  <a:pt x="50388" y="0"/>
                  <a:pt x="61119" y="0"/>
                </a:cubicBezTo>
                <a:lnTo>
                  <a:pt x="69453" y="0"/>
                </a:lnTo>
                <a:cubicBezTo>
                  <a:pt x="75600" y="0"/>
                  <a:pt x="80566" y="4966"/>
                  <a:pt x="80566" y="11112"/>
                </a:cubicBezTo>
                <a:lnTo>
                  <a:pt x="80566" y="166688"/>
                </a:lnTo>
                <a:cubicBezTo>
                  <a:pt x="80566" y="172834"/>
                  <a:pt x="75600" y="177800"/>
                  <a:pt x="69453" y="177800"/>
                </a:cubicBezTo>
                <a:lnTo>
                  <a:pt x="58341" y="177800"/>
                </a:lnTo>
                <a:cubicBezTo>
                  <a:pt x="47992" y="177800"/>
                  <a:pt x="39276" y="170716"/>
                  <a:pt x="36810" y="161131"/>
                </a:cubicBezTo>
                <a:cubicBezTo>
                  <a:pt x="36567" y="161131"/>
                  <a:pt x="36359" y="161131"/>
                  <a:pt x="36116" y="161131"/>
                </a:cubicBezTo>
                <a:cubicBezTo>
                  <a:pt x="20766" y="161131"/>
                  <a:pt x="8334" y="148699"/>
                  <a:pt x="8334" y="133350"/>
                </a:cubicBezTo>
                <a:cubicBezTo>
                  <a:pt x="8334" y="127099"/>
                  <a:pt x="10418" y="121335"/>
                  <a:pt x="13891" y="116681"/>
                </a:cubicBezTo>
                <a:cubicBezTo>
                  <a:pt x="7154" y="111611"/>
                  <a:pt x="2778" y="103555"/>
                  <a:pt x="2778" y="94456"/>
                </a:cubicBezTo>
                <a:cubicBezTo>
                  <a:pt x="2778" y="83726"/>
                  <a:pt x="8890" y="74384"/>
                  <a:pt x="17780" y="69766"/>
                </a:cubicBezTo>
                <a:cubicBezTo>
                  <a:pt x="15314" y="65598"/>
                  <a:pt x="13891" y="60737"/>
                  <a:pt x="13891" y="55563"/>
                </a:cubicBezTo>
                <a:cubicBezTo>
                  <a:pt x="13891" y="40213"/>
                  <a:pt x="26323" y="27781"/>
                  <a:pt x="41672" y="27781"/>
                </a:cubicBezTo>
                <a:lnTo>
                  <a:pt x="41672" y="19447"/>
                </a:lnTo>
                <a:close/>
                <a:moveTo>
                  <a:pt x="136128" y="19447"/>
                </a:moveTo>
                <a:lnTo>
                  <a:pt x="136128" y="27781"/>
                </a:lnTo>
                <a:cubicBezTo>
                  <a:pt x="151477" y="27781"/>
                  <a:pt x="163909" y="40213"/>
                  <a:pt x="163909" y="55563"/>
                </a:cubicBezTo>
                <a:cubicBezTo>
                  <a:pt x="163909" y="60771"/>
                  <a:pt x="162486" y="65633"/>
                  <a:pt x="160020" y="69766"/>
                </a:cubicBezTo>
                <a:cubicBezTo>
                  <a:pt x="168945" y="74384"/>
                  <a:pt x="175022" y="83691"/>
                  <a:pt x="175022" y="94456"/>
                </a:cubicBezTo>
                <a:cubicBezTo>
                  <a:pt x="175022" y="103555"/>
                  <a:pt x="170646" y="111611"/>
                  <a:pt x="163909" y="116681"/>
                </a:cubicBezTo>
                <a:cubicBezTo>
                  <a:pt x="167382" y="121335"/>
                  <a:pt x="169466" y="127099"/>
                  <a:pt x="169466" y="133350"/>
                </a:cubicBezTo>
                <a:cubicBezTo>
                  <a:pt x="169466" y="148699"/>
                  <a:pt x="157034" y="161131"/>
                  <a:pt x="141684" y="161131"/>
                </a:cubicBezTo>
                <a:cubicBezTo>
                  <a:pt x="141441" y="161131"/>
                  <a:pt x="141233" y="161131"/>
                  <a:pt x="140990" y="161131"/>
                </a:cubicBezTo>
                <a:cubicBezTo>
                  <a:pt x="138524" y="170716"/>
                  <a:pt x="129808" y="177800"/>
                  <a:pt x="119459" y="177800"/>
                </a:cubicBezTo>
                <a:lnTo>
                  <a:pt x="108347" y="177800"/>
                </a:lnTo>
                <a:cubicBezTo>
                  <a:pt x="102200" y="177800"/>
                  <a:pt x="97234" y="172834"/>
                  <a:pt x="97234" y="166688"/>
                </a:cubicBezTo>
                <a:lnTo>
                  <a:pt x="97234" y="11112"/>
                </a:lnTo>
                <a:cubicBezTo>
                  <a:pt x="97234" y="4966"/>
                  <a:pt x="102200" y="0"/>
                  <a:pt x="108347" y="0"/>
                </a:cubicBezTo>
                <a:lnTo>
                  <a:pt x="116681" y="0"/>
                </a:lnTo>
                <a:cubicBezTo>
                  <a:pt x="127412" y="0"/>
                  <a:pt x="136128" y="8716"/>
                  <a:pt x="136128" y="19447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53" name="Text 51"/>
          <p:cNvSpPr/>
          <p:nvPr/>
        </p:nvSpPr>
        <p:spPr>
          <a:xfrm>
            <a:off x="8686800" y="3994150"/>
            <a:ext cx="1866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ARIMA / Prophet</a:t>
            </a:r>
            <a:endParaRPr lang="en-US" sz="1600"/>
          </a:p>
        </p:txBody>
      </p:sp>
      <p:sp>
        <p:nvSpPr>
          <p:cNvPr id="54" name="Shape 52"/>
          <p:cNvSpPr/>
          <p:nvPr/>
        </p:nvSpPr>
        <p:spPr>
          <a:xfrm>
            <a:off x="8382000" y="432435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22225" y="22225"/>
                </a:moveTo>
                <a:cubicBezTo>
                  <a:pt x="22225" y="16078"/>
                  <a:pt x="17259" y="11112"/>
                  <a:pt x="11112" y="11112"/>
                </a:cubicBezTo>
                <a:cubicBezTo>
                  <a:pt x="4966" y="11112"/>
                  <a:pt x="0" y="16078"/>
                  <a:pt x="0" y="22225"/>
                </a:cubicBezTo>
                <a:lnTo>
                  <a:pt x="0" y="138906"/>
                </a:lnTo>
                <a:cubicBezTo>
                  <a:pt x="0" y="154255"/>
                  <a:pt x="12432" y="166688"/>
                  <a:pt x="27781" y="166688"/>
                </a:cubicBezTo>
                <a:lnTo>
                  <a:pt x="166688" y="166688"/>
                </a:lnTo>
                <a:cubicBezTo>
                  <a:pt x="172834" y="166688"/>
                  <a:pt x="177800" y="161722"/>
                  <a:pt x="177800" y="155575"/>
                </a:cubicBezTo>
                <a:cubicBezTo>
                  <a:pt x="177800" y="149428"/>
                  <a:pt x="172834" y="144463"/>
                  <a:pt x="166688" y="144463"/>
                </a:cubicBezTo>
                <a:lnTo>
                  <a:pt x="27781" y="144463"/>
                </a:lnTo>
                <a:cubicBezTo>
                  <a:pt x="24725" y="144463"/>
                  <a:pt x="22225" y="141962"/>
                  <a:pt x="22225" y="138906"/>
                </a:cubicBezTo>
                <a:lnTo>
                  <a:pt x="22225" y="22225"/>
                </a:lnTo>
                <a:close/>
                <a:moveTo>
                  <a:pt x="163423" y="52298"/>
                </a:moveTo>
                <a:cubicBezTo>
                  <a:pt x="167764" y="47957"/>
                  <a:pt x="167764" y="40908"/>
                  <a:pt x="163423" y="36567"/>
                </a:cubicBezTo>
                <a:cubicBezTo>
                  <a:pt x="159082" y="32226"/>
                  <a:pt x="152033" y="32226"/>
                  <a:pt x="147692" y="36567"/>
                </a:cubicBezTo>
                <a:lnTo>
                  <a:pt x="111125" y="73169"/>
                </a:lnTo>
                <a:lnTo>
                  <a:pt x="91192" y="53271"/>
                </a:lnTo>
                <a:cubicBezTo>
                  <a:pt x="86851" y="48930"/>
                  <a:pt x="79802" y="48930"/>
                  <a:pt x="75461" y="53271"/>
                </a:cubicBezTo>
                <a:lnTo>
                  <a:pt x="42123" y="86608"/>
                </a:lnTo>
                <a:cubicBezTo>
                  <a:pt x="37783" y="90949"/>
                  <a:pt x="37783" y="97998"/>
                  <a:pt x="42123" y="102339"/>
                </a:cubicBezTo>
                <a:cubicBezTo>
                  <a:pt x="46464" y="106680"/>
                  <a:pt x="53514" y="106680"/>
                  <a:pt x="57854" y="102339"/>
                </a:cubicBezTo>
                <a:lnTo>
                  <a:pt x="83344" y="76850"/>
                </a:lnTo>
                <a:lnTo>
                  <a:pt x="103277" y="96783"/>
                </a:lnTo>
                <a:cubicBezTo>
                  <a:pt x="107618" y="101124"/>
                  <a:pt x="114667" y="101124"/>
                  <a:pt x="119008" y="96783"/>
                </a:cubicBezTo>
                <a:lnTo>
                  <a:pt x="163458" y="52333"/>
                </a:ln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55" name="Text 53"/>
          <p:cNvSpPr/>
          <p:nvPr/>
        </p:nvSpPr>
        <p:spPr>
          <a:xfrm>
            <a:off x="8686800" y="4298950"/>
            <a:ext cx="1866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MAE: 1.82°C</a:t>
            </a:r>
            <a:endParaRPr lang="en-US" sz="1600"/>
          </a:p>
        </p:txBody>
      </p:sp>
      <p:sp>
        <p:nvSpPr>
          <p:cNvPr id="56" name="Shape 54"/>
          <p:cNvSpPr/>
          <p:nvPr/>
        </p:nvSpPr>
        <p:spPr>
          <a:xfrm>
            <a:off x="8393113" y="4629150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66675" y="44450"/>
                </a:moveTo>
                <a:cubicBezTo>
                  <a:pt x="66675" y="26051"/>
                  <a:pt x="51737" y="11112"/>
                  <a:pt x="33337" y="11112"/>
                </a:cubicBezTo>
                <a:cubicBezTo>
                  <a:pt x="14938" y="11112"/>
                  <a:pt x="0" y="26051"/>
                  <a:pt x="0" y="44450"/>
                </a:cubicBezTo>
                <a:cubicBezTo>
                  <a:pt x="0" y="62849"/>
                  <a:pt x="14938" y="77788"/>
                  <a:pt x="33337" y="77788"/>
                </a:cubicBezTo>
                <a:cubicBezTo>
                  <a:pt x="51737" y="77788"/>
                  <a:pt x="66675" y="62849"/>
                  <a:pt x="66675" y="44450"/>
                </a:cubicBezTo>
                <a:close/>
                <a:moveTo>
                  <a:pt x="155575" y="133350"/>
                </a:moveTo>
                <a:cubicBezTo>
                  <a:pt x="155575" y="114951"/>
                  <a:pt x="140637" y="100013"/>
                  <a:pt x="122238" y="100013"/>
                </a:cubicBezTo>
                <a:cubicBezTo>
                  <a:pt x="103838" y="100013"/>
                  <a:pt x="88900" y="114951"/>
                  <a:pt x="88900" y="133350"/>
                </a:cubicBezTo>
                <a:cubicBezTo>
                  <a:pt x="88900" y="151749"/>
                  <a:pt x="103838" y="166688"/>
                  <a:pt x="122238" y="166688"/>
                </a:cubicBezTo>
                <a:cubicBezTo>
                  <a:pt x="140637" y="166688"/>
                  <a:pt x="155575" y="151749"/>
                  <a:pt x="155575" y="133350"/>
                </a:cubicBezTo>
                <a:close/>
                <a:moveTo>
                  <a:pt x="152311" y="30073"/>
                </a:moveTo>
                <a:cubicBezTo>
                  <a:pt x="156652" y="25732"/>
                  <a:pt x="156652" y="18683"/>
                  <a:pt x="152311" y="14342"/>
                </a:cubicBezTo>
                <a:cubicBezTo>
                  <a:pt x="147970" y="10001"/>
                  <a:pt x="140920" y="10001"/>
                  <a:pt x="136580" y="14342"/>
                </a:cubicBezTo>
                <a:lnTo>
                  <a:pt x="3230" y="147692"/>
                </a:lnTo>
                <a:cubicBezTo>
                  <a:pt x="-1111" y="152033"/>
                  <a:pt x="-1111" y="159082"/>
                  <a:pt x="3230" y="163423"/>
                </a:cubicBezTo>
                <a:cubicBezTo>
                  <a:pt x="7570" y="167764"/>
                  <a:pt x="14620" y="167764"/>
                  <a:pt x="18961" y="163423"/>
                </a:cubicBezTo>
                <a:lnTo>
                  <a:pt x="152311" y="30073"/>
                </a:ln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57" name="Text 55"/>
          <p:cNvSpPr/>
          <p:nvPr/>
        </p:nvSpPr>
        <p:spPr>
          <a:xfrm>
            <a:off x="8686800" y="4603750"/>
            <a:ext cx="1866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R²: 0.87</a:t>
            </a:r>
            <a:endParaRPr lang="en-US" sz="1600"/>
          </a:p>
        </p:txBody>
      </p:sp>
      <p:sp>
        <p:nvSpPr>
          <p:cNvPr id="58" name="Shape 56"/>
          <p:cNvSpPr/>
          <p:nvPr/>
        </p:nvSpPr>
        <p:spPr>
          <a:xfrm>
            <a:off x="8382000" y="493395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50110" y="0"/>
                </a:moveTo>
                <a:lnTo>
                  <a:pt x="127898" y="0"/>
                </a:lnTo>
                <a:cubicBezTo>
                  <a:pt x="137100" y="0"/>
                  <a:pt x="144601" y="7570"/>
                  <a:pt x="144254" y="16738"/>
                </a:cubicBezTo>
                <a:cubicBezTo>
                  <a:pt x="144185" y="18579"/>
                  <a:pt x="144115" y="20419"/>
                  <a:pt x="144011" y="22225"/>
                </a:cubicBezTo>
                <a:lnTo>
                  <a:pt x="161235" y="22225"/>
                </a:lnTo>
                <a:cubicBezTo>
                  <a:pt x="170299" y="22225"/>
                  <a:pt x="178286" y="29726"/>
                  <a:pt x="177592" y="39519"/>
                </a:cubicBezTo>
                <a:cubicBezTo>
                  <a:pt x="174987" y="75530"/>
                  <a:pt x="156582" y="95324"/>
                  <a:pt x="136614" y="105673"/>
                </a:cubicBezTo>
                <a:cubicBezTo>
                  <a:pt x="131128" y="108521"/>
                  <a:pt x="125537" y="110639"/>
                  <a:pt x="120223" y="112202"/>
                </a:cubicBezTo>
                <a:cubicBezTo>
                  <a:pt x="113209" y="122133"/>
                  <a:pt x="105916" y="127377"/>
                  <a:pt x="100117" y="130190"/>
                </a:cubicBezTo>
                <a:lnTo>
                  <a:pt x="100117" y="155575"/>
                </a:lnTo>
                <a:lnTo>
                  <a:pt x="122342" y="155575"/>
                </a:lnTo>
                <a:cubicBezTo>
                  <a:pt x="128488" y="155575"/>
                  <a:pt x="133454" y="160541"/>
                  <a:pt x="133454" y="166688"/>
                </a:cubicBezTo>
                <a:cubicBezTo>
                  <a:pt x="133454" y="172834"/>
                  <a:pt x="128488" y="177800"/>
                  <a:pt x="122342" y="177800"/>
                </a:cubicBezTo>
                <a:lnTo>
                  <a:pt x="55667" y="177800"/>
                </a:lnTo>
                <a:cubicBezTo>
                  <a:pt x="49520" y="177800"/>
                  <a:pt x="44554" y="172834"/>
                  <a:pt x="44554" y="166688"/>
                </a:cubicBezTo>
                <a:cubicBezTo>
                  <a:pt x="44554" y="160541"/>
                  <a:pt x="49520" y="155575"/>
                  <a:pt x="55667" y="155575"/>
                </a:cubicBezTo>
                <a:lnTo>
                  <a:pt x="77892" y="155575"/>
                </a:lnTo>
                <a:lnTo>
                  <a:pt x="77892" y="130190"/>
                </a:lnTo>
                <a:cubicBezTo>
                  <a:pt x="72335" y="127516"/>
                  <a:pt x="65425" y="122550"/>
                  <a:pt x="58688" y="113417"/>
                </a:cubicBezTo>
                <a:cubicBezTo>
                  <a:pt x="52298" y="111750"/>
                  <a:pt x="45353" y="109215"/>
                  <a:pt x="38581" y="105395"/>
                </a:cubicBezTo>
                <a:cubicBezTo>
                  <a:pt x="19794" y="94873"/>
                  <a:pt x="2848" y="75044"/>
                  <a:pt x="417" y="39449"/>
                </a:cubicBezTo>
                <a:cubicBezTo>
                  <a:pt x="-243" y="29691"/>
                  <a:pt x="7709" y="22190"/>
                  <a:pt x="16773" y="22190"/>
                </a:cubicBezTo>
                <a:lnTo>
                  <a:pt x="33997" y="22190"/>
                </a:lnTo>
                <a:cubicBezTo>
                  <a:pt x="33893" y="20384"/>
                  <a:pt x="33824" y="18579"/>
                  <a:pt x="33754" y="16703"/>
                </a:cubicBezTo>
                <a:cubicBezTo>
                  <a:pt x="33407" y="7501"/>
                  <a:pt x="40908" y="-35"/>
                  <a:pt x="50110" y="-35"/>
                </a:cubicBezTo>
                <a:close/>
                <a:moveTo>
                  <a:pt x="35247" y="38894"/>
                </a:moveTo>
                <a:lnTo>
                  <a:pt x="17051" y="38894"/>
                </a:lnTo>
                <a:cubicBezTo>
                  <a:pt x="19204" y="68307"/>
                  <a:pt x="32712" y="83031"/>
                  <a:pt x="46638" y="90845"/>
                </a:cubicBezTo>
                <a:cubicBezTo>
                  <a:pt x="41637" y="77892"/>
                  <a:pt x="37505" y="60980"/>
                  <a:pt x="35247" y="38894"/>
                </a:cubicBezTo>
                <a:close/>
                <a:moveTo>
                  <a:pt x="131961" y="89178"/>
                </a:moveTo>
                <a:cubicBezTo>
                  <a:pt x="146025" y="80913"/>
                  <a:pt x="158735" y="66224"/>
                  <a:pt x="160888" y="38894"/>
                </a:cubicBezTo>
                <a:lnTo>
                  <a:pt x="142726" y="38894"/>
                </a:lnTo>
                <a:cubicBezTo>
                  <a:pt x="140573" y="60042"/>
                  <a:pt x="136684" y="76468"/>
                  <a:pt x="131961" y="89178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59" name="Text 57"/>
          <p:cNvSpPr/>
          <p:nvPr/>
        </p:nvSpPr>
        <p:spPr>
          <a:xfrm>
            <a:off x="8686800" y="4908550"/>
            <a:ext cx="1866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 Comparison</a:t>
            </a:r>
            <a:endParaRPr lang="en-US" sz="1600"/>
          </a:p>
        </p:txBody>
      </p:sp>
      <p:sp>
        <p:nvSpPr>
          <p:cNvPr id="60" name="Shape 58"/>
          <p:cNvSpPr/>
          <p:nvPr/>
        </p:nvSpPr>
        <p:spPr>
          <a:xfrm>
            <a:off x="10769600" y="2647950"/>
            <a:ext cx="2413000" cy="2667000"/>
          </a:xfrm>
          <a:custGeom>
            <a:avLst/>
            <a:gdLst/>
            <a:ahLst/>
            <a:cxnLst/>
            <a:rect l="l" t="t" r="r" b="b"/>
            <a:pathLst>
              <a:path w="2413000" h="2667000">
                <a:moveTo>
                  <a:pt x="50800" y="0"/>
                </a:moveTo>
                <a:lnTo>
                  <a:pt x="2362200" y="0"/>
                </a:lnTo>
                <a:cubicBezTo>
                  <a:pt x="2390256" y="0"/>
                  <a:pt x="2413000" y="22744"/>
                  <a:pt x="2413000" y="50800"/>
                </a:cubicBezTo>
                <a:lnTo>
                  <a:pt x="2413000" y="2514595"/>
                </a:lnTo>
                <a:cubicBezTo>
                  <a:pt x="2413000" y="2598766"/>
                  <a:pt x="2344766" y="2667000"/>
                  <a:pt x="2260595" y="2667000"/>
                </a:cubicBezTo>
                <a:lnTo>
                  <a:pt x="152405" y="2667000"/>
                </a:lnTo>
                <a:cubicBezTo>
                  <a:pt x="68234" y="2667000"/>
                  <a:pt x="0" y="2598766"/>
                  <a:pt x="0" y="2514595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D3748"/>
          </a:solidFill>
          <a:ln/>
        </p:spPr>
      </p:sp>
      <p:sp>
        <p:nvSpPr>
          <p:cNvPr id="61" name="Shape 59"/>
          <p:cNvSpPr/>
          <p:nvPr/>
        </p:nvSpPr>
        <p:spPr>
          <a:xfrm>
            <a:off x="10769600" y="2647950"/>
            <a:ext cx="2413000" cy="50800"/>
          </a:xfrm>
          <a:custGeom>
            <a:avLst/>
            <a:gdLst/>
            <a:ahLst/>
            <a:cxnLst/>
            <a:rect l="l" t="t" r="r" b="b"/>
            <a:pathLst>
              <a:path w="2413000" h="50800">
                <a:moveTo>
                  <a:pt x="50800" y="0"/>
                </a:moveTo>
                <a:lnTo>
                  <a:pt x="2362200" y="0"/>
                </a:lnTo>
                <a:cubicBezTo>
                  <a:pt x="2390237" y="0"/>
                  <a:pt x="2413000" y="22763"/>
                  <a:pt x="2413000" y="50800"/>
                </a:cubicBezTo>
                <a:lnTo>
                  <a:pt x="2413000" y="50800"/>
                </a:lnTo>
                <a:lnTo>
                  <a:pt x="0" y="50800"/>
                </a:ln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62" name="Shape 60"/>
          <p:cNvSpPr/>
          <p:nvPr/>
        </p:nvSpPr>
        <p:spPr>
          <a:xfrm>
            <a:off x="11671300" y="28257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11890798" y="2927350"/>
            <a:ext cx="3175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>
                <a:solidFill>
                  <a:srgbClr val="4FD1C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/>
          </a:p>
        </p:txBody>
      </p:sp>
      <p:sp>
        <p:nvSpPr>
          <p:cNvPr id="64" name="Text 62"/>
          <p:cNvSpPr/>
          <p:nvPr/>
        </p:nvSpPr>
        <p:spPr>
          <a:xfrm>
            <a:off x="10858500" y="3536950"/>
            <a:ext cx="2235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Dashboard</a:t>
            </a:r>
            <a:endParaRPr lang="en-US" sz="1600"/>
          </a:p>
        </p:txBody>
      </p:sp>
      <p:sp>
        <p:nvSpPr>
          <p:cNvPr id="65" name="Shape 63"/>
          <p:cNvSpPr/>
          <p:nvPr/>
        </p:nvSpPr>
        <p:spPr>
          <a:xfrm>
            <a:off x="10947400" y="401955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22225" y="11112"/>
                </a:moveTo>
                <a:cubicBezTo>
                  <a:pt x="9967" y="11112"/>
                  <a:pt x="0" y="21079"/>
                  <a:pt x="0" y="33337"/>
                </a:cubicBezTo>
                <a:lnTo>
                  <a:pt x="0" y="122238"/>
                </a:lnTo>
                <a:cubicBezTo>
                  <a:pt x="0" y="134496"/>
                  <a:pt x="9967" y="144463"/>
                  <a:pt x="22225" y="144463"/>
                </a:cubicBezTo>
                <a:lnTo>
                  <a:pt x="72231" y="144463"/>
                </a:lnTo>
                <a:lnTo>
                  <a:pt x="66675" y="161131"/>
                </a:lnTo>
                <a:lnTo>
                  <a:pt x="41672" y="161131"/>
                </a:lnTo>
                <a:cubicBezTo>
                  <a:pt x="37053" y="161131"/>
                  <a:pt x="33337" y="164847"/>
                  <a:pt x="33337" y="169466"/>
                </a:cubicBezTo>
                <a:cubicBezTo>
                  <a:pt x="33337" y="174084"/>
                  <a:pt x="37053" y="177800"/>
                  <a:pt x="41672" y="177800"/>
                </a:cubicBezTo>
                <a:lnTo>
                  <a:pt x="136128" y="177800"/>
                </a:lnTo>
                <a:cubicBezTo>
                  <a:pt x="140747" y="177800"/>
                  <a:pt x="144463" y="174084"/>
                  <a:pt x="144463" y="169466"/>
                </a:cubicBezTo>
                <a:cubicBezTo>
                  <a:pt x="144463" y="164847"/>
                  <a:pt x="140747" y="161131"/>
                  <a:pt x="136128" y="161131"/>
                </a:cubicBezTo>
                <a:lnTo>
                  <a:pt x="111125" y="161131"/>
                </a:lnTo>
                <a:lnTo>
                  <a:pt x="105569" y="144463"/>
                </a:lnTo>
                <a:lnTo>
                  <a:pt x="155575" y="144463"/>
                </a:lnTo>
                <a:cubicBezTo>
                  <a:pt x="167833" y="144463"/>
                  <a:pt x="177800" y="134496"/>
                  <a:pt x="177800" y="122238"/>
                </a:cubicBezTo>
                <a:lnTo>
                  <a:pt x="177800" y="33337"/>
                </a:lnTo>
                <a:cubicBezTo>
                  <a:pt x="177800" y="21079"/>
                  <a:pt x="167833" y="11112"/>
                  <a:pt x="155575" y="11112"/>
                </a:cubicBezTo>
                <a:lnTo>
                  <a:pt x="22225" y="11112"/>
                </a:lnTo>
                <a:close/>
                <a:moveTo>
                  <a:pt x="33337" y="33337"/>
                </a:moveTo>
                <a:lnTo>
                  <a:pt x="144463" y="33337"/>
                </a:lnTo>
                <a:cubicBezTo>
                  <a:pt x="150609" y="33337"/>
                  <a:pt x="155575" y="38303"/>
                  <a:pt x="155575" y="44450"/>
                </a:cubicBezTo>
                <a:lnTo>
                  <a:pt x="155575" y="100013"/>
                </a:lnTo>
                <a:cubicBezTo>
                  <a:pt x="155575" y="106159"/>
                  <a:pt x="150609" y="111125"/>
                  <a:pt x="144463" y="111125"/>
                </a:cubicBezTo>
                <a:lnTo>
                  <a:pt x="33337" y="111125"/>
                </a:lnTo>
                <a:cubicBezTo>
                  <a:pt x="27191" y="111125"/>
                  <a:pt x="22225" y="106159"/>
                  <a:pt x="22225" y="100013"/>
                </a:cubicBezTo>
                <a:lnTo>
                  <a:pt x="22225" y="44450"/>
                </a:lnTo>
                <a:cubicBezTo>
                  <a:pt x="22225" y="38303"/>
                  <a:pt x="27191" y="33337"/>
                  <a:pt x="33337" y="33337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66" name="Text 64"/>
          <p:cNvSpPr/>
          <p:nvPr/>
        </p:nvSpPr>
        <p:spPr>
          <a:xfrm>
            <a:off x="11252200" y="3994150"/>
            <a:ext cx="1866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Streamlit App</a:t>
            </a:r>
            <a:endParaRPr lang="en-US" sz="1600"/>
          </a:p>
        </p:txBody>
      </p:sp>
      <p:sp>
        <p:nvSpPr>
          <p:cNvPr id="67" name="Shape 65"/>
          <p:cNvSpPr/>
          <p:nvPr/>
        </p:nvSpPr>
        <p:spPr>
          <a:xfrm>
            <a:off x="10958513" y="4324350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26844" y="868"/>
                </a:moveTo>
                <a:cubicBezTo>
                  <a:pt x="29656" y="-556"/>
                  <a:pt x="33060" y="-243"/>
                  <a:pt x="35560" y="1667"/>
                </a:cubicBezTo>
                <a:lnTo>
                  <a:pt x="146685" y="84976"/>
                </a:lnTo>
                <a:cubicBezTo>
                  <a:pt x="149567" y="87129"/>
                  <a:pt x="150713" y="90879"/>
                  <a:pt x="149602" y="94283"/>
                </a:cubicBezTo>
                <a:cubicBezTo>
                  <a:pt x="148491" y="97686"/>
                  <a:pt x="145296" y="99978"/>
                  <a:pt x="141684" y="99978"/>
                </a:cubicBezTo>
                <a:lnTo>
                  <a:pt x="88796" y="99978"/>
                </a:lnTo>
                <a:lnTo>
                  <a:pt x="119668" y="161687"/>
                </a:lnTo>
                <a:cubicBezTo>
                  <a:pt x="122411" y="167174"/>
                  <a:pt x="120189" y="173841"/>
                  <a:pt x="114702" y="176585"/>
                </a:cubicBezTo>
                <a:cubicBezTo>
                  <a:pt x="109215" y="179328"/>
                  <a:pt x="102548" y="177105"/>
                  <a:pt x="99804" y="171619"/>
                </a:cubicBezTo>
                <a:lnTo>
                  <a:pt x="68932" y="109910"/>
                </a:lnTo>
                <a:lnTo>
                  <a:pt x="37227" y="152207"/>
                </a:lnTo>
                <a:cubicBezTo>
                  <a:pt x="35074" y="155089"/>
                  <a:pt x="31323" y="156235"/>
                  <a:pt x="27920" y="155124"/>
                </a:cubicBezTo>
                <a:cubicBezTo>
                  <a:pt x="24517" y="154012"/>
                  <a:pt x="22225" y="150817"/>
                  <a:pt x="22225" y="147241"/>
                </a:cubicBezTo>
                <a:lnTo>
                  <a:pt x="22225" y="8334"/>
                </a:lnTo>
                <a:cubicBezTo>
                  <a:pt x="22225" y="5174"/>
                  <a:pt x="23996" y="2292"/>
                  <a:pt x="26844" y="868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68" name="Text 66"/>
          <p:cNvSpPr/>
          <p:nvPr/>
        </p:nvSpPr>
        <p:spPr>
          <a:xfrm>
            <a:off x="11252200" y="4298950"/>
            <a:ext cx="1866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 Interactive Tabs</a:t>
            </a:r>
            <a:endParaRPr lang="en-US" sz="1600"/>
          </a:p>
        </p:txBody>
      </p:sp>
      <p:sp>
        <p:nvSpPr>
          <p:cNvPr id="69" name="Shape 67"/>
          <p:cNvSpPr/>
          <p:nvPr/>
        </p:nvSpPr>
        <p:spPr>
          <a:xfrm>
            <a:off x="10947400" y="462915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122203" y="97234"/>
                </a:moveTo>
                <a:lnTo>
                  <a:pt x="55910" y="97234"/>
                </a:lnTo>
                <a:cubicBezTo>
                  <a:pt x="56917" y="119633"/>
                  <a:pt x="61883" y="140261"/>
                  <a:pt x="68932" y="155367"/>
                </a:cubicBezTo>
                <a:cubicBezTo>
                  <a:pt x="72891" y="163875"/>
                  <a:pt x="77162" y="169882"/>
                  <a:pt x="81121" y="173563"/>
                </a:cubicBezTo>
                <a:cubicBezTo>
                  <a:pt x="85011" y="177210"/>
                  <a:pt x="87685" y="177800"/>
                  <a:pt x="89074" y="177800"/>
                </a:cubicBezTo>
                <a:cubicBezTo>
                  <a:pt x="90463" y="177800"/>
                  <a:pt x="93137" y="177210"/>
                  <a:pt x="97026" y="173563"/>
                </a:cubicBezTo>
                <a:cubicBezTo>
                  <a:pt x="100985" y="169882"/>
                  <a:pt x="105256" y="163840"/>
                  <a:pt x="109215" y="155367"/>
                </a:cubicBezTo>
                <a:cubicBezTo>
                  <a:pt x="116265" y="140261"/>
                  <a:pt x="121230" y="119633"/>
                  <a:pt x="122238" y="97234"/>
                </a:cubicBezTo>
                <a:close/>
                <a:moveTo>
                  <a:pt x="55875" y="80566"/>
                </a:moveTo>
                <a:lnTo>
                  <a:pt x="122168" y="80566"/>
                </a:lnTo>
                <a:cubicBezTo>
                  <a:pt x="121196" y="58167"/>
                  <a:pt x="116230" y="37539"/>
                  <a:pt x="109180" y="22433"/>
                </a:cubicBezTo>
                <a:cubicBezTo>
                  <a:pt x="105221" y="13960"/>
                  <a:pt x="100950" y="7918"/>
                  <a:pt x="96991" y="4237"/>
                </a:cubicBezTo>
                <a:cubicBezTo>
                  <a:pt x="93102" y="590"/>
                  <a:pt x="90428" y="0"/>
                  <a:pt x="89039" y="0"/>
                </a:cubicBezTo>
                <a:cubicBezTo>
                  <a:pt x="87650" y="0"/>
                  <a:pt x="84976" y="590"/>
                  <a:pt x="81087" y="4237"/>
                </a:cubicBezTo>
                <a:cubicBezTo>
                  <a:pt x="77128" y="7918"/>
                  <a:pt x="72856" y="13960"/>
                  <a:pt x="68897" y="22433"/>
                </a:cubicBezTo>
                <a:cubicBezTo>
                  <a:pt x="61848" y="37539"/>
                  <a:pt x="56882" y="58167"/>
                  <a:pt x="55875" y="80566"/>
                </a:cubicBezTo>
                <a:close/>
                <a:moveTo>
                  <a:pt x="39206" y="80566"/>
                </a:moveTo>
                <a:cubicBezTo>
                  <a:pt x="40422" y="50840"/>
                  <a:pt x="48096" y="23232"/>
                  <a:pt x="59313" y="5105"/>
                </a:cubicBezTo>
                <a:cubicBezTo>
                  <a:pt x="27330" y="16426"/>
                  <a:pt x="3785" y="45561"/>
                  <a:pt x="521" y="80566"/>
                </a:cubicBezTo>
                <a:lnTo>
                  <a:pt x="39206" y="80566"/>
                </a:lnTo>
                <a:close/>
                <a:moveTo>
                  <a:pt x="521" y="97234"/>
                </a:moveTo>
                <a:cubicBezTo>
                  <a:pt x="3785" y="132239"/>
                  <a:pt x="27330" y="161374"/>
                  <a:pt x="59313" y="172695"/>
                </a:cubicBezTo>
                <a:cubicBezTo>
                  <a:pt x="48096" y="154568"/>
                  <a:pt x="40422" y="126960"/>
                  <a:pt x="39206" y="97234"/>
                </a:cubicBezTo>
                <a:lnTo>
                  <a:pt x="521" y="97234"/>
                </a:lnTo>
                <a:close/>
                <a:moveTo>
                  <a:pt x="138872" y="97234"/>
                </a:moveTo>
                <a:cubicBezTo>
                  <a:pt x="137656" y="126960"/>
                  <a:pt x="129982" y="154568"/>
                  <a:pt x="118765" y="172695"/>
                </a:cubicBezTo>
                <a:cubicBezTo>
                  <a:pt x="150748" y="161340"/>
                  <a:pt x="174293" y="132239"/>
                  <a:pt x="177557" y="97234"/>
                </a:cubicBezTo>
                <a:lnTo>
                  <a:pt x="138872" y="97234"/>
                </a:lnTo>
                <a:close/>
                <a:moveTo>
                  <a:pt x="177557" y="80566"/>
                </a:moveTo>
                <a:cubicBezTo>
                  <a:pt x="174293" y="45561"/>
                  <a:pt x="150748" y="16426"/>
                  <a:pt x="118765" y="5105"/>
                </a:cubicBezTo>
                <a:cubicBezTo>
                  <a:pt x="129982" y="23232"/>
                  <a:pt x="137656" y="50840"/>
                  <a:pt x="138872" y="80566"/>
                </a:cubicBezTo>
                <a:lnTo>
                  <a:pt x="177557" y="80566"/>
                </a:ln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70" name="Text 68"/>
          <p:cNvSpPr/>
          <p:nvPr/>
        </p:nvSpPr>
        <p:spPr>
          <a:xfrm>
            <a:off x="11252200" y="4603750"/>
            <a:ext cx="1866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Global Heatmap</a:t>
            </a:r>
            <a:endParaRPr lang="en-US" sz="1600"/>
          </a:p>
        </p:txBody>
      </p:sp>
      <p:sp>
        <p:nvSpPr>
          <p:cNvPr id="71" name="Shape 69"/>
          <p:cNvSpPr/>
          <p:nvPr/>
        </p:nvSpPr>
        <p:spPr>
          <a:xfrm>
            <a:off x="10947400" y="493395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11112" y="11112"/>
                </a:moveTo>
                <a:cubicBezTo>
                  <a:pt x="17259" y="11112"/>
                  <a:pt x="22225" y="16078"/>
                  <a:pt x="22225" y="22225"/>
                </a:cubicBezTo>
                <a:lnTo>
                  <a:pt x="22225" y="138906"/>
                </a:lnTo>
                <a:cubicBezTo>
                  <a:pt x="22225" y="141962"/>
                  <a:pt x="24725" y="144463"/>
                  <a:pt x="27781" y="144463"/>
                </a:cubicBezTo>
                <a:lnTo>
                  <a:pt x="166688" y="144463"/>
                </a:lnTo>
                <a:cubicBezTo>
                  <a:pt x="172834" y="144463"/>
                  <a:pt x="177800" y="149428"/>
                  <a:pt x="177800" y="155575"/>
                </a:cubicBezTo>
                <a:cubicBezTo>
                  <a:pt x="177800" y="161722"/>
                  <a:pt x="172834" y="166688"/>
                  <a:pt x="166688" y="166688"/>
                </a:cubicBezTo>
                <a:lnTo>
                  <a:pt x="27781" y="166688"/>
                </a:lnTo>
                <a:cubicBezTo>
                  <a:pt x="12432" y="166688"/>
                  <a:pt x="0" y="154255"/>
                  <a:pt x="0" y="138906"/>
                </a:cubicBezTo>
                <a:lnTo>
                  <a:pt x="0" y="22225"/>
                </a:lnTo>
                <a:cubicBezTo>
                  <a:pt x="0" y="16078"/>
                  <a:pt x="4966" y="11112"/>
                  <a:pt x="11112" y="11112"/>
                </a:cubicBezTo>
                <a:close/>
                <a:moveTo>
                  <a:pt x="83344" y="33337"/>
                </a:moveTo>
                <a:cubicBezTo>
                  <a:pt x="85670" y="33337"/>
                  <a:pt x="87893" y="34310"/>
                  <a:pt x="89490" y="36046"/>
                </a:cubicBezTo>
                <a:lnTo>
                  <a:pt x="114181" y="62959"/>
                </a:lnTo>
                <a:lnTo>
                  <a:pt x="130225" y="46881"/>
                </a:lnTo>
                <a:cubicBezTo>
                  <a:pt x="133489" y="43617"/>
                  <a:pt x="138767" y="43617"/>
                  <a:pt x="141997" y="46881"/>
                </a:cubicBezTo>
                <a:lnTo>
                  <a:pt x="164222" y="69106"/>
                </a:lnTo>
                <a:cubicBezTo>
                  <a:pt x="165785" y="70669"/>
                  <a:pt x="166653" y="72787"/>
                  <a:pt x="166653" y="75009"/>
                </a:cubicBezTo>
                <a:lnTo>
                  <a:pt x="166653" y="113903"/>
                </a:lnTo>
                <a:cubicBezTo>
                  <a:pt x="166653" y="118522"/>
                  <a:pt x="162937" y="122238"/>
                  <a:pt x="158318" y="122238"/>
                </a:cubicBezTo>
                <a:lnTo>
                  <a:pt x="52750" y="122238"/>
                </a:lnTo>
                <a:cubicBezTo>
                  <a:pt x="48131" y="122238"/>
                  <a:pt x="44415" y="118522"/>
                  <a:pt x="44415" y="113903"/>
                </a:cubicBezTo>
                <a:lnTo>
                  <a:pt x="44415" y="75009"/>
                </a:lnTo>
                <a:cubicBezTo>
                  <a:pt x="44415" y="72926"/>
                  <a:pt x="45214" y="70912"/>
                  <a:pt x="46603" y="69384"/>
                </a:cubicBezTo>
                <a:lnTo>
                  <a:pt x="77162" y="36046"/>
                </a:lnTo>
                <a:cubicBezTo>
                  <a:pt x="78725" y="34310"/>
                  <a:pt x="80982" y="33338"/>
                  <a:pt x="83309" y="33338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72" name="Text 70"/>
          <p:cNvSpPr/>
          <p:nvPr/>
        </p:nvSpPr>
        <p:spPr>
          <a:xfrm>
            <a:off x="11252200" y="4908550"/>
            <a:ext cx="1866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Metrics</a:t>
            </a:r>
            <a:endParaRPr lang="en-US" sz="1600"/>
          </a:p>
        </p:txBody>
      </p:sp>
      <p:sp>
        <p:nvSpPr>
          <p:cNvPr id="73" name="Shape 71"/>
          <p:cNvSpPr/>
          <p:nvPr/>
        </p:nvSpPr>
        <p:spPr>
          <a:xfrm>
            <a:off x="13335000" y="2647950"/>
            <a:ext cx="2413000" cy="2667000"/>
          </a:xfrm>
          <a:custGeom>
            <a:avLst/>
            <a:gdLst/>
            <a:ahLst/>
            <a:cxnLst/>
            <a:rect l="l" t="t" r="r" b="b"/>
            <a:pathLst>
              <a:path w="2413000" h="2667000">
                <a:moveTo>
                  <a:pt x="50800" y="0"/>
                </a:moveTo>
                <a:lnTo>
                  <a:pt x="2362200" y="0"/>
                </a:lnTo>
                <a:cubicBezTo>
                  <a:pt x="2390256" y="0"/>
                  <a:pt x="2413000" y="22744"/>
                  <a:pt x="2413000" y="50800"/>
                </a:cubicBezTo>
                <a:lnTo>
                  <a:pt x="2413000" y="2514595"/>
                </a:lnTo>
                <a:cubicBezTo>
                  <a:pt x="2413000" y="2598766"/>
                  <a:pt x="2344766" y="2667000"/>
                  <a:pt x="2260595" y="2667000"/>
                </a:cubicBezTo>
                <a:lnTo>
                  <a:pt x="152405" y="2667000"/>
                </a:lnTo>
                <a:cubicBezTo>
                  <a:pt x="68234" y="2667000"/>
                  <a:pt x="0" y="2598766"/>
                  <a:pt x="0" y="2514595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D3748"/>
          </a:solidFill>
          <a:ln/>
        </p:spPr>
      </p:sp>
      <p:sp>
        <p:nvSpPr>
          <p:cNvPr id="74" name="Shape 72"/>
          <p:cNvSpPr/>
          <p:nvPr/>
        </p:nvSpPr>
        <p:spPr>
          <a:xfrm>
            <a:off x="13335000" y="2647950"/>
            <a:ext cx="2413000" cy="50800"/>
          </a:xfrm>
          <a:custGeom>
            <a:avLst/>
            <a:gdLst/>
            <a:ahLst/>
            <a:cxnLst/>
            <a:rect l="l" t="t" r="r" b="b"/>
            <a:pathLst>
              <a:path w="2413000" h="50800">
                <a:moveTo>
                  <a:pt x="50800" y="0"/>
                </a:moveTo>
                <a:lnTo>
                  <a:pt x="2362200" y="0"/>
                </a:lnTo>
                <a:cubicBezTo>
                  <a:pt x="2390237" y="0"/>
                  <a:pt x="2413000" y="22763"/>
                  <a:pt x="2413000" y="50800"/>
                </a:cubicBezTo>
                <a:lnTo>
                  <a:pt x="2413000" y="50800"/>
                </a:lnTo>
                <a:lnTo>
                  <a:pt x="0" y="50800"/>
                </a:ln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75" name="Shape 73"/>
          <p:cNvSpPr/>
          <p:nvPr/>
        </p:nvSpPr>
        <p:spPr>
          <a:xfrm>
            <a:off x="14236700" y="28257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F6AD55">
              <a:alpha val="20000"/>
            </a:srgbClr>
          </a:solidFill>
          <a:ln/>
        </p:spPr>
      </p:sp>
      <p:sp>
        <p:nvSpPr>
          <p:cNvPr id="76" name="Text 74"/>
          <p:cNvSpPr/>
          <p:nvPr/>
        </p:nvSpPr>
        <p:spPr>
          <a:xfrm>
            <a:off x="14454293" y="2927350"/>
            <a:ext cx="330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>
                <a:solidFill>
                  <a:srgbClr val="F6AD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</a:t>
            </a:r>
            <a:endParaRPr lang="en-US" sz="1600"/>
          </a:p>
        </p:txBody>
      </p:sp>
      <p:sp>
        <p:nvSpPr>
          <p:cNvPr id="77" name="Text 75"/>
          <p:cNvSpPr/>
          <p:nvPr/>
        </p:nvSpPr>
        <p:spPr>
          <a:xfrm>
            <a:off x="13423900" y="3536950"/>
            <a:ext cx="2235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>
                <a:solidFill>
                  <a:srgbClr val="F6AD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 Deploy</a:t>
            </a:r>
            <a:endParaRPr lang="en-US" sz="1600"/>
          </a:p>
        </p:txBody>
      </p:sp>
      <p:sp>
        <p:nvSpPr>
          <p:cNvPr id="78" name="Shape 76"/>
          <p:cNvSpPr/>
          <p:nvPr/>
        </p:nvSpPr>
        <p:spPr>
          <a:xfrm>
            <a:off x="13490575" y="4019550"/>
            <a:ext cx="222250" cy="177800"/>
          </a:xfrm>
          <a:custGeom>
            <a:avLst/>
            <a:gdLst/>
            <a:ahLst/>
            <a:cxnLst/>
            <a:rect l="l" t="t" r="r" b="b"/>
            <a:pathLst>
              <a:path w="222250" h="177800">
                <a:moveTo>
                  <a:pt x="62647" y="70495"/>
                </a:moveTo>
                <a:cubicBezTo>
                  <a:pt x="62404" y="78343"/>
                  <a:pt x="66328" y="81851"/>
                  <a:pt x="66432" y="84038"/>
                </a:cubicBezTo>
                <a:cubicBezTo>
                  <a:pt x="66397" y="84490"/>
                  <a:pt x="66224" y="84906"/>
                  <a:pt x="65980" y="85288"/>
                </a:cubicBezTo>
                <a:cubicBezTo>
                  <a:pt x="65737" y="85670"/>
                  <a:pt x="65390" y="85983"/>
                  <a:pt x="65008" y="86191"/>
                </a:cubicBezTo>
                <a:lnTo>
                  <a:pt x="60563" y="89317"/>
                </a:lnTo>
                <a:cubicBezTo>
                  <a:pt x="59973" y="89733"/>
                  <a:pt x="59313" y="89942"/>
                  <a:pt x="58618" y="89977"/>
                </a:cubicBezTo>
                <a:cubicBezTo>
                  <a:pt x="58480" y="89977"/>
                  <a:pt x="55771" y="90602"/>
                  <a:pt x="51499" y="81087"/>
                </a:cubicBezTo>
                <a:cubicBezTo>
                  <a:pt x="48895" y="84351"/>
                  <a:pt x="45596" y="86955"/>
                  <a:pt x="41811" y="88726"/>
                </a:cubicBezTo>
                <a:cubicBezTo>
                  <a:pt x="38026" y="90497"/>
                  <a:pt x="33928" y="91400"/>
                  <a:pt x="29761" y="91331"/>
                </a:cubicBezTo>
                <a:cubicBezTo>
                  <a:pt x="24100" y="91643"/>
                  <a:pt x="8786" y="88136"/>
                  <a:pt x="9585" y="71815"/>
                </a:cubicBezTo>
                <a:cubicBezTo>
                  <a:pt x="9029" y="58514"/>
                  <a:pt x="21426" y="50249"/>
                  <a:pt x="34206" y="50979"/>
                </a:cubicBezTo>
                <a:cubicBezTo>
                  <a:pt x="36671" y="50979"/>
                  <a:pt x="41707" y="51118"/>
                  <a:pt x="50527" y="53166"/>
                </a:cubicBezTo>
                <a:lnTo>
                  <a:pt x="50527" y="47749"/>
                </a:lnTo>
                <a:cubicBezTo>
                  <a:pt x="51465" y="38546"/>
                  <a:pt x="45422" y="31428"/>
                  <a:pt x="34970" y="32504"/>
                </a:cubicBezTo>
                <a:cubicBezTo>
                  <a:pt x="34136" y="32504"/>
                  <a:pt x="28233" y="32330"/>
                  <a:pt x="19065" y="36011"/>
                </a:cubicBezTo>
                <a:cubicBezTo>
                  <a:pt x="16495" y="37192"/>
                  <a:pt x="16183" y="36984"/>
                  <a:pt x="15314" y="36984"/>
                </a:cubicBezTo>
                <a:cubicBezTo>
                  <a:pt x="12745" y="36984"/>
                  <a:pt x="13786" y="29518"/>
                  <a:pt x="14307" y="28580"/>
                </a:cubicBezTo>
                <a:cubicBezTo>
                  <a:pt x="16113" y="26357"/>
                  <a:pt x="26774" y="22190"/>
                  <a:pt x="37192" y="22260"/>
                </a:cubicBezTo>
                <a:cubicBezTo>
                  <a:pt x="44172" y="21635"/>
                  <a:pt x="51117" y="23788"/>
                  <a:pt x="56535" y="28267"/>
                </a:cubicBezTo>
                <a:cubicBezTo>
                  <a:pt x="58723" y="30733"/>
                  <a:pt x="60424" y="33615"/>
                  <a:pt x="61466" y="36741"/>
                </a:cubicBezTo>
                <a:cubicBezTo>
                  <a:pt x="62508" y="39866"/>
                  <a:pt x="62925" y="43165"/>
                  <a:pt x="62681" y="46464"/>
                </a:cubicBezTo>
                <a:lnTo>
                  <a:pt x="62681" y="70530"/>
                </a:lnTo>
                <a:close/>
                <a:moveTo>
                  <a:pt x="32643" y="81746"/>
                </a:moveTo>
                <a:cubicBezTo>
                  <a:pt x="43894" y="81573"/>
                  <a:pt x="48687" y="74801"/>
                  <a:pt x="49763" y="71155"/>
                </a:cubicBezTo>
                <a:cubicBezTo>
                  <a:pt x="50631" y="67647"/>
                  <a:pt x="50492" y="65460"/>
                  <a:pt x="50492" y="61640"/>
                </a:cubicBezTo>
                <a:cubicBezTo>
                  <a:pt x="47124" y="60841"/>
                  <a:pt x="42297" y="59938"/>
                  <a:pt x="36741" y="59938"/>
                </a:cubicBezTo>
                <a:cubicBezTo>
                  <a:pt x="31462" y="59556"/>
                  <a:pt x="21878" y="61883"/>
                  <a:pt x="22260" y="71155"/>
                </a:cubicBezTo>
                <a:cubicBezTo>
                  <a:pt x="21843" y="76989"/>
                  <a:pt x="26114" y="82059"/>
                  <a:pt x="32678" y="81746"/>
                </a:cubicBezTo>
                <a:close/>
                <a:moveTo>
                  <a:pt x="91991" y="89768"/>
                </a:moveTo>
                <a:cubicBezTo>
                  <a:pt x="89247" y="90011"/>
                  <a:pt x="87997" y="88067"/>
                  <a:pt x="87580" y="86157"/>
                </a:cubicBezTo>
                <a:lnTo>
                  <a:pt x="70287" y="28962"/>
                </a:lnTo>
                <a:cubicBezTo>
                  <a:pt x="69939" y="27990"/>
                  <a:pt x="69731" y="27017"/>
                  <a:pt x="69627" y="25975"/>
                </a:cubicBezTo>
                <a:cubicBezTo>
                  <a:pt x="69557" y="25559"/>
                  <a:pt x="69661" y="25142"/>
                  <a:pt x="69905" y="24795"/>
                </a:cubicBezTo>
                <a:cubicBezTo>
                  <a:pt x="70148" y="24448"/>
                  <a:pt x="70530" y="24239"/>
                  <a:pt x="70946" y="24170"/>
                </a:cubicBezTo>
                <a:cubicBezTo>
                  <a:pt x="71016" y="24170"/>
                  <a:pt x="70217" y="24170"/>
                  <a:pt x="78656" y="24170"/>
                </a:cubicBezTo>
                <a:cubicBezTo>
                  <a:pt x="81712" y="23857"/>
                  <a:pt x="82684" y="26253"/>
                  <a:pt x="83031" y="27781"/>
                </a:cubicBezTo>
                <a:lnTo>
                  <a:pt x="95463" y="76676"/>
                </a:lnTo>
                <a:lnTo>
                  <a:pt x="106993" y="27781"/>
                </a:lnTo>
                <a:cubicBezTo>
                  <a:pt x="107166" y="26670"/>
                  <a:pt x="108000" y="23927"/>
                  <a:pt x="111438" y="24239"/>
                </a:cubicBezTo>
                <a:lnTo>
                  <a:pt x="117411" y="24239"/>
                </a:lnTo>
                <a:cubicBezTo>
                  <a:pt x="118174" y="24170"/>
                  <a:pt x="121265" y="24066"/>
                  <a:pt x="121821" y="27851"/>
                </a:cubicBezTo>
                <a:lnTo>
                  <a:pt x="133385" y="77336"/>
                </a:lnTo>
                <a:lnTo>
                  <a:pt x="146199" y="27816"/>
                </a:lnTo>
                <a:cubicBezTo>
                  <a:pt x="146372" y="27052"/>
                  <a:pt x="147136" y="23857"/>
                  <a:pt x="150609" y="24204"/>
                </a:cubicBezTo>
                <a:lnTo>
                  <a:pt x="157450" y="24204"/>
                </a:lnTo>
                <a:cubicBezTo>
                  <a:pt x="157763" y="24170"/>
                  <a:pt x="159603" y="23927"/>
                  <a:pt x="159291" y="27191"/>
                </a:cubicBezTo>
                <a:cubicBezTo>
                  <a:pt x="159152" y="27816"/>
                  <a:pt x="160471" y="23475"/>
                  <a:pt x="140955" y="86191"/>
                </a:cubicBezTo>
                <a:cubicBezTo>
                  <a:pt x="140573" y="88101"/>
                  <a:pt x="139288" y="90046"/>
                  <a:pt x="136545" y="89803"/>
                </a:cubicBezTo>
                <a:lnTo>
                  <a:pt x="130051" y="89803"/>
                </a:lnTo>
                <a:cubicBezTo>
                  <a:pt x="126266" y="90220"/>
                  <a:pt x="125710" y="86434"/>
                  <a:pt x="125641" y="86087"/>
                </a:cubicBezTo>
                <a:lnTo>
                  <a:pt x="114111" y="38477"/>
                </a:lnTo>
                <a:lnTo>
                  <a:pt x="102721" y="86052"/>
                </a:lnTo>
                <a:cubicBezTo>
                  <a:pt x="102652" y="86434"/>
                  <a:pt x="102131" y="90185"/>
                  <a:pt x="98311" y="89768"/>
                </a:cubicBezTo>
                <a:lnTo>
                  <a:pt x="91956" y="89768"/>
                </a:lnTo>
                <a:lnTo>
                  <a:pt x="91956" y="89768"/>
                </a:lnTo>
                <a:close/>
                <a:moveTo>
                  <a:pt x="186968" y="91713"/>
                </a:moveTo>
                <a:cubicBezTo>
                  <a:pt x="184919" y="91713"/>
                  <a:pt x="175196" y="91609"/>
                  <a:pt x="167035" y="87441"/>
                </a:cubicBezTo>
                <a:cubicBezTo>
                  <a:pt x="166236" y="87094"/>
                  <a:pt x="165542" y="86539"/>
                  <a:pt x="165055" y="85775"/>
                </a:cubicBezTo>
                <a:cubicBezTo>
                  <a:pt x="164569" y="85011"/>
                  <a:pt x="164326" y="84177"/>
                  <a:pt x="164326" y="83309"/>
                </a:cubicBezTo>
                <a:lnTo>
                  <a:pt x="164326" y="79593"/>
                </a:lnTo>
                <a:cubicBezTo>
                  <a:pt x="164326" y="76642"/>
                  <a:pt x="166479" y="77197"/>
                  <a:pt x="167382" y="77544"/>
                </a:cubicBezTo>
                <a:cubicBezTo>
                  <a:pt x="170855" y="78968"/>
                  <a:pt x="173112" y="80010"/>
                  <a:pt x="177383" y="80878"/>
                </a:cubicBezTo>
                <a:cubicBezTo>
                  <a:pt x="190128" y="83483"/>
                  <a:pt x="195719" y="80079"/>
                  <a:pt x="197073" y="79315"/>
                </a:cubicBezTo>
                <a:cubicBezTo>
                  <a:pt x="201657" y="76607"/>
                  <a:pt x="202004" y="70391"/>
                  <a:pt x="198914" y="67196"/>
                </a:cubicBezTo>
                <a:cubicBezTo>
                  <a:pt x="195267" y="64140"/>
                  <a:pt x="193531" y="64036"/>
                  <a:pt x="180474" y="59903"/>
                </a:cubicBezTo>
                <a:cubicBezTo>
                  <a:pt x="178877" y="59452"/>
                  <a:pt x="165298" y="55181"/>
                  <a:pt x="165264" y="41707"/>
                </a:cubicBezTo>
                <a:cubicBezTo>
                  <a:pt x="165055" y="31914"/>
                  <a:pt x="173945" y="22190"/>
                  <a:pt x="189399" y="22260"/>
                </a:cubicBezTo>
                <a:cubicBezTo>
                  <a:pt x="193809" y="22260"/>
                  <a:pt x="205512" y="23684"/>
                  <a:pt x="208707" y="27677"/>
                </a:cubicBezTo>
                <a:cubicBezTo>
                  <a:pt x="209193" y="28406"/>
                  <a:pt x="209401" y="29274"/>
                  <a:pt x="209366" y="30108"/>
                </a:cubicBezTo>
                <a:lnTo>
                  <a:pt x="209366" y="33615"/>
                </a:lnTo>
                <a:cubicBezTo>
                  <a:pt x="209366" y="35143"/>
                  <a:pt x="208811" y="35942"/>
                  <a:pt x="207665" y="35942"/>
                </a:cubicBezTo>
                <a:cubicBezTo>
                  <a:pt x="204991" y="35629"/>
                  <a:pt x="200233" y="32053"/>
                  <a:pt x="190579" y="32192"/>
                </a:cubicBezTo>
                <a:cubicBezTo>
                  <a:pt x="188183" y="32053"/>
                  <a:pt x="176723" y="32504"/>
                  <a:pt x="177244" y="40873"/>
                </a:cubicBezTo>
                <a:cubicBezTo>
                  <a:pt x="177105" y="47471"/>
                  <a:pt x="186482" y="49937"/>
                  <a:pt x="187558" y="50215"/>
                </a:cubicBezTo>
                <a:cubicBezTo>
                  <a:pt x="200233" y="54035"/>
                  <a:pt x="204435" y="54660"/>
                  <a:pt x="209471" y="60494"/>
                </a:cubicBezTo>
                <a:cubicBezTo>
                  <a:pt x="215409" y="68203"/>
                  <a:pt x="212214" y="77267"/>
                  <a:pt x="210964" y="79732"/>
                </a:cubicBezTo>
                <a:cubicBezTo>
                  <a:pt x="204331" y="92755"/>
                  <a:pt x="187211" y="91678"/>
                  <a:pt x="186898" y="91678"/>
                </a:cubicBezTo>
                <a:close/>
                <a:moveTo>
                  <a:pt x="200928" y="128141"/>
                </a:moveTo>
                <a:cubicBezTo>
                  <a:pt x="176619" y="146095"/>
                  <a:pt x="141302" y="155644"/>
                  <a:pt x="111160" y="155644"/>
                </a:cubicBezTo>
                <a:cubicBezTo>
                  <a:pt x="70495" y="155922"/>
                  <a:pt x="31184" y="140955"/>
                  <a:pt x="972" y="113729"/>
                </a:cubicBezTo>
                <a:cubicBezTo>
                  <a:pt x="-1285" y="111681"/>
                  <a:pt x="695" y="108868"/>
                  <a:pt x="3473" y="110430"/>
                </a:cubicBezTo>
                <a:cubicBezTo>
                  <a:pt x="36984" y="129600"/>
                  <a:pt x="74905" y="139670"/>
                  <a:pt x="113521" y="139636"/>
                </a:cubicBezTo>
                <a:cubicBezTo>
                  <a:pt x="142344" y="139497"/>
                  <a:pt x="170855" y="133628"/>
                  <a:pt x="197421" y="122446"/>
                </a:cubicBezTo>
                <a:cubicBezTo>
                  <a:pt x="201518" y="120710"/>
                  <a:pt x="204991" y="125155"/>
                  <a:pt x="200928" y="128141"/>
                </a:cubicBezTo>
                <a:close/>
                <a:moveTo>
                  <a:pt x="211068" y="116577"/>
                </a:moveTo>
                <a:cubicBezTo>
                  <a:pt x="207943" y="112584"/>
                  <a:pt x="190475" y="114702"/>
                  <a:pt x="182662" y="115639"/>
                </a:cubicBezTo>
                <a:cubicBezTo>
                  <a:pt x="180300" y="115917"/>
                  <a:pt x="179918" y="113868"/>
                  <a:pt x="182037" y="112340"/>
                </a:cubicBezTo>
                <a:cubicBezTo>
                  <a:pt x="195962" y="102548"/>
                  <a:pt x="218812" y="105360"/>
                  <a:pt x="221417" y="108659"/>
                </a:cubicBezTo>
                <a:cubicBezTo>
                  <a:pt x="224021" y="111958"/>
                  <a:pt x="220687" y="134843"/>
                  <a:pt x="207665" y="145782"/>
                </a:cubicBezTo>
                <a:cubicBezTo>
                  <a:pt x="205651" y="147484"/>
                  <a:pt x="203741" y="146581"/>
                  <a:pt x="204644" y="144358"/>
                </a:cubicBezTo>
                <a:cubicBezTo>
                  <a:pt x="207561" y="136962"/>
                  <a:pt x="214159" y="120571"/>
                  <a:pt x="211033" y="116577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79" name="Text 77"/>
          <p:cNvSpPr/>
          <p:nvPr/>
        </p:nvSpPr>
        <p:spPr>
          <a:xfrm>
            <a:off x="13817600" y="3994150"/>
            <a:ext cx="1866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AWS EC2 Free Tier</a:t>
            </a:r>
            <a:endParaRPr lang="en-US" sz="1600"/>
          </a:p>
        </p:txBody>
      </p:sp>
      <p:sp>
        <p:nvSpPr>
          <p:cNvPr id="80" name="Shape 78"/>
          <p:cNvSpPr/>
          <p:nvPr/>
        </p:nvSpPr>
        <p:spPr>
          <a:xfrm>
            <a:off x="13512800" y="432435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88900" y="0"/>
                </a:moveTo>
                <a:cubicBezTo>
                  <a:pt x="90497" y="0"/>
                  <a:pt x="92095" y="347"/>
                  <a:pt x="93553" y="1007"/>
                </a:cubicBezTo>
                <a:lnTo>
                  <a:pt x="158978" y="28754"/>
                </a:lnTo>
                <a:cubicBezTo>
                  <a:pt x="166618" y="31983"/>
                  <a:pt x="172313" y="39519"/>
                  <a:pt x="172278" y="48617"/>
                </a:cubicBezTo>
                <a:cubicBezTo>
                  <a:pt x="172105" y="83066"/>
                  <a:pt x="157936" y="146095"/>
                  <a:pt x="98103" y="174744"/>
                </a:cubicBezTo>
                <a:cubicBezTo>
                  <a:pt x="92303" y="177522"/>
                  <a:pt x="85566" y="177522"/>
                  <a:pt x="79767" y="174744"/>
                </a:cubicBezTo>
                <a:cubicBezTo>
                  <a:pt x="19898" y="146095"/>
                  <a:pt x="5765" y="83066"/>
                  <a:pt x="5591" y="48617"/>
                </a:cubicBezTo>
                <a:cubicBezTo>
                  <a:pt x="5556" y="39519"/>
                  <a:pt x="11251" y="31983"/>
                  <a:pt x="18891" y="28754"/>
                </a:cubicBezTo>
                <a:lnTo>
                  <a:pt x="84281" y="1007"/>
                </a:lnTo>
                <a:cubicBezTo>
                  <a:pt x="85740" y="347"/>
                  <a:pt x="87303" y="0"/>
                  <a:pt x="88900" y="0"/>
                </a:cubicBezTo>
                <a:close/>
                <a:moveTo>
                  <a:pt x="88900" y="23197"/>
                </a:moveTo>
                <a:lnTo>
                  <a:pt x="88900" y="154498"/>
                </a:lnTo>
                <a:cubicBezTo>
                  <a:pt x="136823" y="131301"/>
                  <a:pt x="149706" y="79906"/>
                  <a:pt x="150019" y="49138"/>
                </a:cubicBezTo>
                <a:lnTo>
                  <a:pt x="88900" y="23232"/>
                </a:lnTo>
                <a:lnTo>
                  <a:pt x="88900" y="23232"/>
                </a:ln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81" name="Text 79"/>
          <p:cNvSpPr/>
          <p:nvPr/>
        </p:nvSpPr>
        <p:spPr>
          <a:xfrm>
            <a:off x="13817600" y="4298950"/>
            <a:ext cx="1866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Nginx Proxy</a:t>
            </a:r>
            <a:endParaRPr lang="en-US" sz="1600"/>
          </a:p>
        </p:txBody>
      </p:sp>
      <p:sp>
        <p:nvSpPr>
          <p:cNvPr id="82" name="Shape 80"/>
          <p:cNvSpPr/>
          <p:nvPr/>
        </p:nvSpPr>
        <p:spPr>
          <a:xfrm>
            <a:off x="13501688" y="4629150"/>
            <a:ext cx="200025" cy="177800"/>
          </a:xfrm>
          <a:custGeom>
            <a:avLst/>
            <a:gdLst/>
            <a:ahLst/>
            <a:cxnLst/>
            <a:rect l="l" t="t" r="r" b="b"/>
            <a:pathLst>
              <a:path w="200025" h="177800">
                <a:moveTo>
                  <a:pt x="145678" y="33337"/>
                </a:moveTo>
                <a:cubicBezTo>
                  <a:pt x="139913" y="33337"/>
                  <a:pt x="134322" y="34900"/>
                  <a:pt x="129426" y="37748"/>
                </a:cubicBezTo>
                <a:cubicBezTo>
                  <a:pt x="123939" y="32192"/>
                  <a:pt x="117549" y="27538"/>
                  <a:pt x="110500" y="24031"/>
                </a:cubicBezTo>
                <a:cubicBezTo>
                  <a:pt x="120293" y="15696"/>
                  <a:pt x="132760" y="11112"/>
                  <a:pt x="145678" y="11112"/>
                </a:cubicBezTo>
                <a:cubicBezTo>
                  <a:pt x="175682" y="11112"/>
                  <a:pt x="200025" y="35421"/>
                  <a:pt x="200025" y="65460"/>
                </a:cubicBezTo>
                <a:cubicBezTo>
                  <a:pt x="200025" y="79871"/>
                  <a:pt x="194295" y="93692"/>
                  <a:pt x="184120" y="103867"/>
                </a:cubicBezTo>
                <a:lnTo>
                  <a:pt x="159430" y="128558"/>
                </a:lnTo>
                <a:cubicBezTo>
                  <a:pt x="149255" y="138733"/>
                  <a:pt x="135434" y="144463"/>
                  <a:pt x="121022" y="144463"/>
                </a:cubicBezTo>
                <a:cubicBezTo>
                  <a:pt x="91018" y="144463"/>
                  <a:pt x="66675" y="120154"/>
                  <a:pt x="66675" y="90115"/>
                </a:cubicBezTo>
                <a:cubicBezTo>
                  <a:pt x="66675" y="89595"/>
                  <a:pt x="66675" y="89074"/>
                  <a:pt x="66710" y="88553"/>
                </a:cubicBezTo>
                <a:cubicBezTo>
                  <a:pt x="66883" y="82406"/>
                  <a:pt x="71988" y="77579"/>
                  <a:pt x="78135" y="77753"/>
                </a:cubicBezTo>
                <a:cubicBezTo>
                  <a:pt x="84281" y="77926"/>
                  <a:pt x="89108" y="83031"/>
                  <a:pt x="88935" y="89178"/>
                </a:cubicBezTo>
                <a:cubicBezTo>
                  <a:pt x="88935" y="89490"/>
                  <a:pt x="88935" y="89803"/>
                  <a:pt x="88935" y="90081"/>
                </a:cubicBezTo>
                <a:cubicBezTo>
                  <a:pt x="88935" y="107826"/>
                  <a:pt x="103312" y="122203"/>
                  <a:pt x="121057" y="122203"/>
                </a:cubicBezTo>
                <a:cubicBezTo>
                  <a:pt x="129565" y="122203"/>
                  <a:pt x="137726" y="118834"/>
                  <a:pt x="143768" y="112792"/>
                </a:cubicBezTo>
                <a:lnTo>
                  <a:pt x="168459" y="88101"/>
                </a:lnTo>
                <a:cubicBezTo>
                  <a:pt x="174466" y="82094"/>
                  <a:pt x="177869" y="73898"/>
                  <a:pt x="177869" y="65390"/>
                </a:cubicBezTo>
                <a:cubicBezTo>
                  <a:pt x="177869" y="47645"/>
                  <a:pt x="163493" y="33268"/>
                  <a:pt x="145747" y="33268"/>
                </a:cubicBezTo>
                <a:close/>
                <a:moveTo>
                  <a:pt x="95567" y="60181"/>
                </a:moveTo>
                <a:cubicBezTo>
                  <a:pt x="94908" y="59903"/>
                  <a:pt x="94248" y="59521"/>
                  <a:pt x="93658" y="59105"/>
                </a:cubicBezTo>
                <a:cubicBezTo>
                  <a:pt x="89282" y="56847"/>
                  <a:pt x="84281" y="55563"/>
                  <a:pt x="79038" y="55563"/>
                </a:cubicBezTo>
                <a:cubicBezTo>
                  <a:pt x="70530" y="55563"/>
                  <a:pt x="62369" y="58931"/>
                  <a:pt x="56326" y="64973"/>
                </a:cubicBezTo>
                <a:lnTo>
                  <a:pt x="31636" y="89664"/>
                </a:lnTo>
                <a:cubicBezTo>
                  <a:pt x="25628" y="95672"/>
                  <a:pt x="22225" y="103867"/>
                  <a:pt x="22225" y="112375"/>
                </a:cubicBezTo>
                <a:cubicBezTo>
                  <a:pt x="22225" y="130120"/>
                  <a:pt x="36602" y="144497"/>
                  <a:pt x="54347" y="144497"/>
                </a:cubicBezTo>
                <a:cubicBezTo>
                  <a:pt x="60077" y="144497"/>
                  <a:pt x="65668" y="142969"/>
                  <a:pt x="70564" y="140122"/>
                </a:cubicBezTo>
                <a:cubicBezTo>
                  <a:pt x="76051" y="145678"/>
                  <a:pt x="82441" y="150331"/>
                  <a:pt x="89525" y="153839"/>
                </a:cubicBezTo>
                <a:cubicBezTo>
                  <a:pt x="79732" y="162138"/>
                  <a:pt x="67300" y="166757"/>
                  <a:pt x="54347" y="166757"/>
                </a:cubicBezTo>
                <a:cubicBezTo>
                  <a:pt x="24343" y="166757"/>
                  <a:pt x="0" y="142448"/>
                  <a:pt x="0" y="112410"/>
                </a:cubicBezTo>
                <a:cubicBezTo>
                  <a:pt x="0" y="97998"/>
                  <a:pt x="5730" y="84177"/>
                  <a:pt x="15905" y="74002"/>
                </a:cubicBezTo>
                <a:lnTo>
                  <a:pt x="40595" y="49312"/>
                </a:lnTo>
                <a:cubicBezTo>
                  <a:pt x="50770" y="39137"/>
                  <a:pt x="64591" y="33407"/>
                  <a:pt x="79003" y="33407"/>
                </a:cubicBezTo>
                <a:cubicBezTo>
                  <a:pt x="109076" y="33407"/>
                  <a:pt x="133350" y="57924"/>
                  <a:pt x="133350" y="87893"/>
                </a:cubicBezTo>
                <a:cubicBezTo>
                  <a:pt x="133350" y="88344"/>
                  <a:pt x="133350" y="88796"/>
                  <a:pt x="133350" y="89247"/>
                </a:cubicBezTo>
                <a:cubicBezTo>
                  <a:pt x="133211" y="95394"/>
                  <a:pt x="128106" y="100221"/>
                  <a:pt x="121960" y="100082"/>
                </a:cubicBezTo>
                <a:cubicBezTo>
                  <a:pt x="115813" y="99943"/>
                  <a:pt x="110986" y="94838"/>
                  <a:pt x="111125" y="88692"/>
                </a:cubicBezTo>
                <a:cubicBezTo>
                  <a:pt x="111125" y="88414"/>
                  <a:pt x="111125" y="88171"/>
                  <a:pt x="111125" y="87893"/>
                </a:cubicBezTo>
                <a:cubicBezTo>
                  <a:pt x="111125" y="76190"/>
                  <a:pt x="104874" y="65911"/>
                  <a:pt x="95567" y="60251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83" name="Text 81"/>
          <p:cNvSpPr/>
          <p:nvPr/>
        </p:nvSpPr>
        <p:spPr>
          <a:xfrm>
            <a:off x="13817600" y="4603750"/>
            <a:ext cx="1866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DuckDNS Domain</a:t>
            </a:r>
            <a:endParaRPr lang="en-US" sz="1600"/>
          </a:p>
        </p:txBody>
      </p:sp>
      <p:sp>
        <p:nvSpPr>
          <p:cNvPr id="84" name="Shape 82"/>
          <p:cNvSpPr/>
          <p:nvPr/>
        </p:nvSpPr>
        <p:spPr>
          <a:xfrm>
            <a:off x="13512800" y="493395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100013" y="0"/>
                </a:moveTo>
                <a:cubicBezTo>
                  <a:pt x="100013" y="-6147"/>
                  <a:pt x="95047" y="-11112"/>
                  <a:pt x="88900" y="-11112"/>
                </a:cubicBezTo>
                <a:cubicBezTo>
                  <a:pt x="82753" y="-11112"/>
                  <a:pt x="77788" y="-6147"/>
                  <a:pt x="77788" y="0"/>
                </a:cubicBezTo>
                <a:lnTo>
                  <a:pt x="77788" y="88900"/>
                </a:lnTo>
                <a:cubicBezTo>
                  <a:pt x="77788" y="95047"/>
                  <a:pt x="82753" y="100013"/>
                  <a:pt x="88900" y="100013"/>
                </a:cubicBezTo>
                <a:cubicBezTo>
                  <a:pt x="95047" y="100013"/>
                  <a:pt x="100013" y="95047"/>
                  <a:pt x="100013" y="88900"/>
                </a:cubicBezTo>
                <a:lnTo>
                  <a:pt x="100013" y="0"/>
                </a:lnTo>
                <a:close/>
                <a:moveTo>
                  <a:pt x="50805" y="34171"/>
                </a:moveTo>
                <a:cubicBezTo>
                  <a:pt x="55840" y="30664"/>
                  <a:pt x="57056" y="23718"/>
                  <a:pt x="53548" y="18683"/>
                </a:cubicBezTo>
                <a:cubicBezTo>
                  <a:pt x="50041" y="13648"/>
                  <a:pt x="43096" y="12432"/>
                  <a:pt x="38060" y="15939"/>
                </a:cubicBezTo>
                <a:cubicBezTo>
                  <a:pt x="15071" y="31983"/>
                  <a:pt x="0" y="58688"/>
                  <a:pt x="0" y="88900"/>
                </a:cubicBezTo>
                <a:cubicBezTo>
                  <a:pt x="0" y="138003"/>
                  <a:pt x="39797" y="177800"/>
                  <a:pt x="88900" y="177800"/>
                </a:cubicBezTo>
                <a:cubicBezTo>
                  <a:pt x="138003" y="177800"/>
                  <a:pt x="177800" y="138003"/>
                  <a:pt x="177800" y="88900"/>
                </a:cubicBezTo>
                <a:cubicBezTo>
                  <a:pt x="177800" y="58688"/>
                  <a:pt x="162729" y="31983"/>
                  <a:pt x="139705" y="15939"/>
                </a:cubicBezTo>
                <a:cubicBezTo>
                  <a:pt x="134670" y="12432"/>
                  <a:pt x="127759" y="13648"/>
                  <a:pt x="124217" y="18683"/>
                </a:cubicBezTo>
                <a:cubicBezTo>
                  <a:pt x="120675" y="23718"/>
                  <a:pt x="121925" y="30629"/>
                  <a:pt x="126960" y="34171"/>
                </a:cubicBezTo>
                <a:cubicBezTo>
                  <a:pt x="144254" y="46256"/>
                  <a:pt x="155540" y="66258"/>
                  <a:pt x="155540" y="88900"/>
                </a:cubicBezTo>
                <a:cubicBezTo>
                  <a:pt x="155540" y="125710"/>
                  <a:pt x="125675" y="155575"/>
                  <a:pt x="88865" y="155575"/>
                </a:cubicBezTo>
                <a:cubicBezTo>
                  <a:pt x="52055" y="155575"/>
                  <a:pt x="22225" y="125710"/>
                  <a:pt x="22225" y="88900"/>
                </a:cubicBezTo>
                <a:cubicBezTo>
                  <a:pt x="22225" y="66258"/>
                  <a:pt x="33511" y="46221"/>
                  <a:pt x="50805" y="34171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85" name="Text 83"/>
          <p:cNvSpPr/>
          <p:nvPr/>
        </p:nvSpPr>
        <p:spPr>
          <a:xfrm>
            <a:off x="13817600" y="4908550"/>
            <a:ext cx="1866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24/7 Uptime</a:t>
            </a:r>
            <a:endParaRPr lang="en-US" sz="1600"/>
          </a:p>
        </p:txBody>
      </p:sp>
      <p:sp>
        <p:nvSpPr>
          <p:cNvPr id="86" name="Shape 84"/>
          <p:cNvSpPr/>
          <p:nvPr/>
        </p:nvSpPr>
        <p:spPr>
          <a:xfrm>
            <a:off x="6769100" y="546735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99204" y="165854"/>
                </a:moveTo>
                <a:cubicBezTo>
                  <a:pt x="306645" y="158413"/>
                  <a:pt x="306645" y="146328"/>
                  <a:pt x="299204" y="138886"/>
                </a:cubicBezTo>
                <a:lnTo>
                  <a:pt x="203954" y="43636"/>
                </a:lnTo>
                <a:cubicBezTo>
                  <a:pt x="196513" y="36195"/>
                  <a:pt x="184428" y="36195"/>
                  <a:pt x="176986" y="43636"/>
                </a:cubicBezTo>
                <a:cubicBezTo>
                  <a:pt x="169545" y="51078"/>
                  <a:pt x="169545" y="63163"/>
                  <a:pt x="176986" y="70604"/>
                </a:cubicBezTo>
                <a:lnTo>
                  <a:pt x="239732" y="133350"/>
                </a:lnTo>
                <a:lnTo>
                  <a:pt x="19050" y="133350"/>
                </a:lnTo>
                <a:cubicBezTo>
                  <a:pt x="8513" y="133350"/>
                  <a:pt x="0" y="141863"/>
                  <a:pt x="0" y="152400"/>
                </a:cubicBezTo>
                <a:cubicBezTo>
                  <a:pt x="0" y="162937"/>
                  <a:pt x="8513" y="171450"/>
                  <a:pt x="19050" y="171450"/>
                </a:cubicBezTo>
                <a:lnTo>
                  <a:pt x="239732" y="171450"/>
                </a:lnTo>
                <a:lnTo>
                  <a:pt x="176986" y="234196"/>
                </a:lnTo>
                <a:cubicBezTo>
                  <a:pt x="169545" y="241637"/>
                  <a:pt x="169545" y="253722"/>
                  <a:pt x="176986" y="261164"/>
                </a:cubicBezTo>
                <a:cubicBezTo>
                  <a:pt x="184428" y="268605"/>
                  <a:pt x="196513" y="268605"/>
                  <a:pt x="203954" y="261164"/>
                </a:cubicBezTo>
                <a:lnTo>
                  <a:pt x="299204" y="165914"/>
                </a:ln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87" name="Shape 85"/>
          <p:cNvSpPr/>
          <p:nvPr/>
        </p:nvSpPr>
        <p:spPr>
          <a:xfrm>
            <a:off x="7251700" y="546735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99204" y="165854"/>
                </a:moveTo>
                <a:cubicBezTo>
                  <a:pt x="306645" y="158413"/>
                  <a:pt x="306645" y="146328"/>
                  <a:pt x="299204" y="138886"/>
                </a:cubicBezTo>
                <a:lnTo>
                  <a:pt x="203954" y="43636"/>
                </a:lnTo>
                <a:cubicBezTo>
                  <a:pt x="196513" y="36195"/>
                  <a:pt x="184428" y="36195"/>
                  <a:pt x="176986" y="43636"/>
                </a:cubicBezTo>
                <a:cubicBezTo>
                  <a:pt x="169545" y="51078"/>
                  <a:pt x="169545" y="63163"/>
                  <a:pt x="176986" y="70604"/>
                </a:cubicBezTo>
                <a:lnTo>
                  <a:pt x="239732" y="133350"/>
                </a:lnTo>
                <a:lnTo>
                  <a:pt x="19050" y="133350"/>
                </a:lnTo>
                <a:cubicBezTo>
                  <a:pt x="8513" y="133350"/>
                  <a:pt x="0" y="141863"/>
                  <a:pt x="0" y="152400"/>
                </a:cubicBezTo>
                <a:cubicBezTo>
                  <a:pt x="0" y="162937"/>
                  <a:pt x="8513" y="171450"/>
                  <a:pt x="19050" y="171450"/>
                </a:cubicBezTo>
                <a:lnTo>
                  <a:pt x="239732" y="171450"/>
                </a:lnTo>
                <a:lnTo>
                  <a:pt x="176986" y="234196"/>
                </a:lnTo>
                <a:cubicBezTo>
                  <a:pt x="169545" y="241637"/>
                  <a:pt x="169545" y="253722"/>
                  <a:pt x="176986" y="261164"/>
                </a:cubicBezTo>
                <a:cubicBezTo>
                  <a:pt x="184428" y="268605"/>
                  <a:pt x="196513" y="268605"/>
                  <a:pt x="203954" y="261164"/>
                </a:cubicBezTo>
                <a:lnTo>
                  <a:pt x="299204" y="165914"/>
                </a:ln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88" name="Shape 86"/>
          <p:cNvSpPr/>
          <p:nvPr/>
        </p:nvSpPr>
        <p:spPr>
          <a:xfrm>
            <a:off x="7734300" y="546735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99204" y="165854"/>
                </a:moveTo>
                <a:cubicBezTo>
                  <a:pt x="306645" y="158413"/>
                  <a:pt x="306645" y="146328"/>
                  <a:pt x="299204" y="138886"/>
                </a:cubicBezTo>
                <a:lnTo>
                  <a:pt x="203954" y="43636"/>
                </a:lnTo>
                <a:cubicBezTo>
                  <a:pt x="196513" y="36195"/>
                  <a:pt x="184428" y="36195"/>
                  <a:pt x="176986" y="43636"/>
                </a:cubicBezTo>
                <a:cubicBezTo>
                  <a:pt x="169545" y="51078"/>
                  <a:pt x="169545" y="63163"/>
                  <a:pt x="176986" y="70604"/>
                </a:cubicBezTo>
                <a:lnTo>
                  <a:pt x="239732" y="133350"/>
                </a:lnTo>
                <a:lnTo>
                  <a:pt x="19050" y="133350"/>
                </a:lnTo>
                <a:cubicBezTo>
                  <a:pt x="8513" y="133350"/>
                  <a:pt x="0" y="141863"/>
                  <a:pt x="0" y="152400"/>
                </a:cubicBezTo>
                <a:cubicBezTo>
                  <a:pt x="0" y="162937"/>
                  <a:pt x="8513" y="171450"/>
                  <a:pt x="19050" y="171450"/>
                </a:cubicBezTo>
                <a:lnTo>
                  <a:pt x="239732" y="171450"/>
                </a:lnTo>
                <a:lnTo>
                  <a:pt x="176986" y="234196"/>
                </a:lnTo>
                <a:cubicBezTo>
                  <a:pt x="169545" y="241637"/>
                  <a:pt x="169545" y="253722"/>
                  <a:pt x="176986" y="261164"/>
                </a:cubicBezTo>
                <a:cubicBezTo>
                  <a:pt x="184428" y="268605"/>
                  <a:pt x="196513" y="268605"/>
                  <a:pt x="203954" y="261164"/>
                </a:cubicBezTo>
                <a:lnTo>
                  <a:pt x="299204" y="165914"/>
                </a:ln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89" name="Shape 87"/>
          <p:cNvSpPr/>
          <p:nvPr/>
        </p:nvSpPr>
        <p:spPr>
          <a:xfrm>
            <a:off x="8216900" y="546735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99204" y="165854"/>
                </a:moveTo>
                <a:cubicBezTo>
                  <a:pt x="306645" y="158413"/>
                  <a:pt x="306645" y="146328"/>
                  <a:pt x="299204" y="138886"/>
                </a:cubicBezTo>
                <a:lnTo>
                  <a:pt x="203954" y="43636"/>
                </a:lnTo>
                <a:cubicBezTo>
                  <a:pt x="196513" y="36195"/>
                  <a:pt x="184428" y="36195"/>
                  <a:pt x="176986" y="43636"/>
                </a:cubicBezTo>
                <a:cubicBezTo>
                  <a:pt x="169545" y="51078"/>
                  <a:pt x="169545" y="63163"/>
                  <a:pt x="176986" y="70604"/>
                </a:cubicBezTo>
                <a:lnTo>
                  <a:pt x="239732" y="133350"/>
                </a:lnTo>
                <a:lnTo>
                  <a:pt x="19050" y="133350"/>
                </a:lnTo>
                <a:cubicBezTo>
                  <a:pt x="8513" y="133350"/>
                  <a:pt x="0" y="141863"/>
                  <a:pt x="0" y="152400"/>
                </a:cubicBezTo>
                <a:cubicBezTo>
                  <a:pt x="0" y="162937"/>
                  <a:pt x="8513" y="171450"/>
                  <a:pt x="19050" y="171450"/>
                </a:cubicBezTo>
                <a:lnTo>
                  <a:pt x="239732" y="171450"/>
                </a:lnTo>
                <a:lnTo>
                  <a:pt x="176986" y="234196"/>
                </a:lnTo>
                <a:cubicBezTo>
                  <a:pt x="169545" y="241637"/>
                  <a:pt x="169545" y="253722"/>
                  <a:pt x="176986" y="261164"/>
                </a:cubicBezTo>
                <a:cubicBezTo>
                  <a:pt x="184428" y="268605"/>
                  <a:pt x="196513" y="268605"/>
                  <a:pt x="203954" y="261164"/>
                </a:cubicBezTo>
                <a:lnTo>
                  <a:pt x="299204" y="165914"/>
                </a:ln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90" name="Shape 88"/>
          <p:cNvSpPr/>
          <p:nvPr/>
        </p:nvSpPr>
        <p:spPr>
          <a:xfrm>
            <a:off x="8699500" y="546735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99204" y="165854"/>
                </a:moveTo>
                <a:cubicBezTo>
                  <a:pt x="306645" y="158413"/>
                  <a:pt x="306645" y="146328"/>
                  <a:pt x="299204" y="138886"/>
                </a:cubicBezTo>
                <a:lnTo>
                  <a:pt x="203954" y="43636"/>
                </a:lnTo>
                <a:cubicBezTo>
                  <a:pt x="196513" y="36195"/>
                  <a:pt x="184428" y="36195"/>
                  <a:pt x="176986" y="43636"/>
                </a:cubicBezTo>
                <a:cubicBezTo>
                  <a:pt x="169545" y="51078"/>
                  <a:pt x="169545" y="63163"/>
                  <a:pt x="176986" y="70604"/>
                </a:cubicBezTo>
                <a:lnTo>
                  <a:pt x="239732" y="133350"/>
                </a:lnTo>
                <a:lnTo>
                  <a:pt x="19050" y="133350"/>
                </a:lnTo>
                <a:cubicBezTo>
                  <a:pt x="8513" y="133350"/>
                  <a:pt x="0" y="141863"/>
                  <a:pt x="0" y="152400"/>
                </a:cubicBezTo>
                <a:cubicBezTo>
                  <a:pt x="0" y="162937"/>
                  <a:pt x="8513" y="171450"/>
                  <a:pt x="19050" y="171450"/>
                </a:cubicBezTo>
                <a:lnTo>
                  <a:pt x="239732" y="171450"/>
                </a:lnTo>
                <a:lnTo>
                  <a:pt x="176986" y="234196"/>
                </a:lnTo>
                <a:cubicBezTo>
                  <a:pt x="169545" y="241637"/>
                  <a:pt x="169545" y="253722"/>
                  <a:pt x="176986" y="261164"/>
                </a:cubicBezTo>
                <a:cubicBezTo>
                  <a:pt x="184428" y="268605"/>
                  <a:pt x="196513" y="268605"/>
                  <a:pt x="203954" y="261164"/>
                </a:cubicBezTo>
                <a:lnTo>
                  <a:pt x="299204" y="165914"/>
                </a:lnTo>
                <a:close/>
              </a:path>
            </a:pathLst>
          </a:custGeom>
          <a:solidFill>
            <a:srgbClr val="E2E8F0"/>
          </a:solidFill>
          <a:ln/>
        </p:spPr>
      </p:sp>
      <p:sp>
        <p:nvSpPr>
          <p:cNvPr id="91" name="Shape 89"/>
          <p:cNvSpPr/>
          <p:nvPr/>
        </p:nvSpPr>
        <p:spPr>
          <a:xfrm>
            <a:off x="9182100" y="546735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99204" y="165854"/>
                </a:moveTo>
                <a:cubicBezTo>
                  <a:pt x="306645" y="158413"/>
                  <a:pt x="306645" y="146328"/>
                  <a:pt x="299204" y="138886"/>
                </a:cubicBezTo>
                <a:lnTo>
                  <a:pt x="203954" y="43636"/>
                </a:lnTo>
                <a:cubicBezTo>
                  <a:pt x="196513" y="36195"/>
                  <a:pt x="184428" y="36195"/>
                  <a:pt x="176986" y="43636"/>
                </a:cubicBezTo>
                <a:cubicBezTo>
                  <a:pt x="169545" y="51078"/>
                  <a:pt x="169545" y="63163"/>
                  <a:pt x="176986" y="70604"/>
                </a:cubicBezTo>
                <a:lnTo>
                  <a:pt x="239732" y="133350"/>
                </a:lnTo>
                <a:lnTo>
                  <a:pt x="19050" y="133350"/>
                </a:lnTo>
                <a:cubicBezTo>
                  <a:pt x="8513" y="133350"/>
                  <a:pt x="0" y="141863"/>
                  <a:pt x="0" y="152400"/>
                </a:cubicBezTo>
                <a:cubicBezTo>
                  <a:pt x="0" y="162937"/>
                  <a:pt x="8513" y="171450"/>
                  <a:pt x="19050" y="171450"/>
                </a:cubicBezTo>
                <a:lnTo>
                  <a:pt x="239732" y="171450"/>
                </a:lnTo>
                <a:lnTo>
                  <a:pt x="176986" y="234196"/>
                </a:lnTo>
                <a:cubicBezTo>
                  <a:pt x="169545" y="241637"/>
                  <a:pt x="169545" y="253722"/>
                  <a:pt x="176986" y="261164"/>
                </a:cubicBezTo>
                <a:cubicBezTo>
                  <a:pt x="184428" y="268605"/>
                  <a:pt x="196513" y="268605"/>
                  <a:pt x="203954" y="261164"/>
                </a:cubicBezTo>
                <a:lnTo>
                  <a:pt x="299204" y="165914"/>
                </a:ln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92" name="Shape 90"/>
          <p:cNvSpPr/>
          <p:nvPr/>
        </p:nvSpPr>
        <p:spPr>
          <a:xfrm>
            <a:off x="514350" y="5880098"/>
            <a:ext cx="4927600" cy="1866900"/>
          </a:xfrm>
          <a:custGeom>
            <a:avLst/>
            <a:gdLst/>
            <a:ahLst/>
            <a:cxnLst/>
            <a:rect l="l" t="t" r="r" b="b"/>
            <a:pathLst>
              <a:path w="4927600" h="1866900">
                <a:moveTo>
                  <a:pt x="152395" y="0"/>
                </a:moveTo>
                <a:lnTo>
                  <a:pt x="4775205" y="0"/>
                </a:lnTo>
                <a:cubicBezTo>
                  <a:pt x="4859370" y="0"/>
                  <a:pt x="4927600" y="68230"/>
                  <a:pt x="4927600" y="152395"/>
                </a:cubicBezTo>
                <a:lnTo>
                  <a:pt x="4927600" y="1714505"/>
                </a:lnTo>
                <a:cubicBezTo>
                  <a:pt x="4927600" y="1798670"/>
                  <a:pt x="4859370" y="1866900"/>
                  <a:pt x="4775205" y="1866900"/>
                </a:cubicBezTo>
                <a:lnTo>
                  <a:pt x="152395" y="1866900"/>
                </a:lnTo>
                <a:cubicBezTo>
                  <a:pt x="68230" y="1866900"/>
                  <a:pt x="0" y="1798670"/>
                  <a:pt x="0" y="1714505"/>
                </a:cubicBezTo>
                <a:lnTo>
                  <a:pt x="0" y="152395"/>
                </a:lnTo>
                <a:cubicBezTo>
                  <a:pt x="0" y="68230"/>
                  <a:pt x="68230" y="0"/>
                  <a:pt x="152395" y="0"/>
                </a:cubicBezTo>
                <a:close/>
              </a:path>
            </a:pathLst>
          </a:custGeom>
          <a:solidFill>
            <a:srgbClr val="2D3748"/>
          </a:solidFill>
          <a:ln w="12700">
            <a:solidFill>
              <a:srgbClr val="4FD1C5">
                <a:alpha val="30196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762000" y="6115048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202644" y="126623"/>
                </a:moveTo>
                <a:lnTo>
                  <a:pt x="155019" y="202823"/>
                </a:lnTo>
                <a:cubicBezTo>
                  <a:pt x="152519" y="206812"/>
                  <a:pt x="148233" y="209312"/>
                  <a:pt x="143530" y="209550"/>
                </a:cubicBezTo>
                <a:cubicBezTo>
                  <a:pt x="138827" y="209788"/>
                  <a:pt x="134302" y="207645"/>
                  <a:pt x="131505" y="203835"/>
                </a:cubicBezTo>
                <a:lnTo>
                  <a:pt x="102930" y="165735"/>
                </a:lnTo>
                <a:cubicBezTo>
                  <a:pt x="98167" y="159425"/>
                  <a:pt x="99477" y="150495"/>
                  <a:pt x="105787" y="145733"/>
                </a:cubicBezTo>
                <a:cubicBezTo>
                  <a:pt x="112097" y="140970"/>
                  <a:pt x="121027" y="142280"/>
                  <a:pt x="125790" y="148590"/>
                </a:cubicBezTo>
                <a:lnTo>
                  <a:pt x="141863" y="170021"/>
                </a:lnTo>
                <a:lnTo>
                  <a:pt x="178415" y="111502"/>
                </a:lnTo>
                <a:cubicBezTo>
                  <a:pt x="182582" y="104835"/>
                  <a:pt x="191393" y="102751"/>
                  <a:pt x="198120" y="106978"/>
                </a:cubicBezTo>
                <a:cubicBezTo>
                  <a:pt x="204847" y="111204"/>
                  <a:pt x="206871" y="119955"/>
                  <a:pt x="202644" y="126683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94" name="Text 92"/>
          <p:cNvSpPr/>
          <p:nvPr/>
        </p:nvSpPr>
        <p:spPr>
          <a:xfrm>
            <a:off x="1257300" y="6089648"/>
            <a:ext cx="1562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Quality</a:t>
            </a:r>
            <a:endParaRPr lang="en-US" sz="1600"/>
          </a:p>
        </p:txBody>
      </p:sp>
      <p:sp>
        <p:nvSpPr>
          <p:cNvPr id="95" name="Text 93"/>
          <p:cNvSpPr/>
          <p:nvPr/>
        </p:nvSpPr>
        <p:spPr>
          <a:xfrm>
            <a:off x="723900" y="6546848"/>
            <a:ext cx="46101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Comprehensive ETL pipeline handles missing values through </a:t>
            </a:r>
            <a:r>
              <a:rPr lang="en-US" sz="1600" b="1">
                <a:solidFill>
                  <a:srgbClr val="4FD1C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linear interpolation</a:t>
            </a:r>
            <a:r>
              <a:rPr lang="en-US" sz="160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removes outliers using </a:t>
            </a:r>
            <a:r>
              <a:rPr lang="en-US" sz="1600" b="1">
                <a:solidFill>
                  <a:srgbClr val="4FD1C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IQR method</a:t>
            </a:r>
            <a:r>
              <a:rPr lang="en-US" sz="160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/>
          </a:p>
        </p:txBody>
      </p:sp>
      <p:sp>
        <p:nvSpPr>
          <p:cNvPr id="96" name="Shape 94"/>
          <p:cNvSpPr/>
          <p:nvPr/>
        </p:nvSpPr>
        <p:spPr>
          <a:xfrm>
            <a:off x="5662083" y="5880098"/>
            <a:ext cx="4927600" cy="1866900"/>
          </a:xfrm>
          <a:custGeom>
            <a:avLst/>
            <a:gdLst/>
            <a:ahLst/>
            <a:cxnLst/>
            <a:rect l="l" t="t" r="r" b="b"/>
            <a:pathLst>
              <a:path w="4927600" h="1866900">
                <a:moveTo>
                  <a:pt x="152395" y="0"/>
                </a:moveTo>
                <a:lnTo>
                  <a:pt x="4775205" y="0"/>
                </a:lnTo>
                <a:cubicBezTo>
                  <a:pt x="4859370" y="0"/>
                  <a:pt x="4927600" y="68230"/>
                  <a:pt x="4927600" y="152395"/>
                </a:cubicBezTo>
                <a:lnTo>
                  <a:pt x="4927600" y="1714505"/>
                </a:lnTo>
                <a:cubicBezTo>
                  <a:pt x="4927600" y="1798670"/>
                  <a:pt x="4859370" y="1866900"/>
                  <a:pt x="4775205" y="1866900"/>
                </a:cubicBezTo>
                <a:lnTo>
                  <a:pt x="152395" y="1866900"/>
                </a:lnTo>
                <a:cubicBezTo>
                  <a:pt x="68230" y="1866900"/>
                  <a:pt x="0" y="1798670"/>
                  <a:pt x="0" y="1714505"/>
                </a:cubicBezTo>
                <a:lnTo>
                  <a:pt x="0" y="152395"/>
                </a:lnTo>
                <a:cubicBezTo>
                  <a:pt x="0" y="68230"/>
                  <a:pt x="68230" y="0"/>
                  <a:pt x="152395" y="0"/>
                </a:cubicBezTo>
                <a:close/>
              </a:path>
            </a:pathLst>
          </a:custGeom>
          <a:solidFill>
            <a:srgbClr val="2D3748"/>
          </a:solidFill>
          <a:ln w="12700">
            <a:solidFill>
              <a:srgbClr val="4FD1C5">
                <a:alpha val="30196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928783" y="6115048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266700" y="122515"/>
                </a:moveTo>
                <a:cubicBezTo>
                  <a:pt x="257889" y="128349"/>
                  <a:pt x="247769" y="133052"/>
                  <a:pt x="237232" y="136803"/>
                </a:cubicBezTo>
                <a:cubicBezTo>
                  <a:pt x="209252" y="146804"/>
                  <a:pt x="172522" y="152400"/>
                  <a:pt x="133350" y="152400"/>
                </a:cubicBezTo>
                <a:cubicBezTo>
                  <a:pt x="94178" y="152400"/>
                  <a:pt x="57388" y="146745"/>
                  <a:pt x="29468" y="136803"/>
                </a:cubicBezTo>
                <a:cubicBezTo>
                  <a:pt x="18990" y="133052"/>
                  <a:pt x="8811" y="128349"/>
                  <a:pt x="0" y="122515"/>
                </a:cubicBezTo>
                <a:lnTo>
                  <a:pt x="0" y="171450"/>
                </a:lnTo>
                <a:cubicBezTo>
                  <a:pt x="0" y="197763"/>
                  <a:pt x="59710" y="219075"/>
                  <a:pt x="133350" y="219075"/>
                </a:cubicBezTo>
                <a:cubicBezTo>
                  <a:pt x="206990" y="219075"/>
                  <a:pt x="266700" y="197763"/>
                  <a:pt x="266700" y="171450"/>
                </a:cubicBezTo>
                <a:lnTo>
                  <a:pt x="266700" y="122515"/>
                </a:lnTo>
                <a:close/>
                <a:moveTo>
                  <a:pt x="266700" y="76200"/>
                </a:moveTo>
                <a:lnTo>
                  <a:pt x="266700" y="47625"/>
                </a:lnTo>
                <a:cubicBezTo>
                  <a:pt x="266700" y="21312"/>
                  <a:pt x="206990" y="0"/>
                  <a:pt x="133350" y="0"/>
                </a:cubicBezTo>
                <a:cubicBezTo>
                  <a:pt x="59710" y="0"/>
                  <a:pt x="0" y="21312"/>
                  <a:pt x="0" y="47625"/>
                </a:cubicBezTo>
                <a:lnTo>
                  <a:pt x="0" y="76200"/>
                </a:lnTo>
                <a:cubicBezTo>
                  <a:pt x="0" y="102513"/>
                  <a:pt x="59710" y="123825"/>
                  <a:pt x="133350" y="123825"/>
                </a:cubicBezTo>
                <a:cubicBezTo>
                  <a:pt x="206990" y="123825"/>
                  <a:pt x="266700" y="102513"/>
                  <a:pt x="266700" y="76200"/>
                </a:cubicBezTo>
                <a:close/>
                <a:moveTo>
                  <a:pt x="237232" y="232053"/>
                </a:moveTo>
                <a:cubicBezTo>
                  <a:pt x="209312" y="241995"/>
                  <a:pt x="172581" y="247650"/>
                  <a:pt x="133350" y="247650"/>
                </a:cubicBezTo>
                <a:cubicBezTo>
                  <a:pt x="94119" y="247650"/>
                  <a:pt x="57388" y="241995"/>
                  <a:pt x="29468" y="232053"/>
                </a:cubicBezTo>
                <a:cubicBezTo>
                  <a:pt x="18990" y="228302"/>
                  <a:pt x="8811" y="223599"/>
                  <a:pt x="0" y="217765"/>
                </a:cubicBezTo>
                <a:lnTo>
                  <a:pt x="0" y="257175"/>
                </a:lnTo>
                <a:cubicBezTo>
                  <a:pt x="0" y="283488"/>
                  <a:pt x="59710" y="304800"/>
                  <a:pt x="133350" y="304800"/>
                </a:cubicBezTo>
                <a:cubicBezTo>
                  <a:pt x="206990" y="304800"/>
                  <a:pt x="266700" y="283488"/>
                  <a:pt x="266700" y="257175"/>
                </a:cubicBezTo>
                <a:lnTo>
                  <a:pt x="266700" y="217765"/>
                </a:lnTo>
                <a:cubicBezTo>
                  <a:pt x="257889" y="223599"/>
                  <a:pt x="247769" y="228302"/>
                  <a:pt x="237232" y="232053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98" name="Text 96"/>
          <p:cNvSpPr/>
          <p:nvPr/>
        </p:nvSpPr>
        <p:spPr>
          <a:xfrm>
            <a:off x="6405033" y="6089648"/>
            <a:ext cx="1955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Time-Series DB</a:t>
            </a:r>
            <a:endParaRPr lang="en-US" sz="1600"/>
          </a:p>
        </p:txBody>
      </p:sp>
      <p:sp>
        <p:nvSpPr>
          <p:cNvPr id="99" name="Text 97"/>
          <p:cNvSpPr/>
          <p:nvPr/>
        </p:nvSpPr>
        <p:spPr>
          <a:xfrm>
            <a:off x="5871633" y="6546848"/>
            <a:ext cx="46101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>
                <a:solidFill>
                  <a:srgbClr val="4FD1C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TimescaleDB extension</a:t>
            </a:r>
            <a:r>
              <a:rPr lang="en-US" sz="160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optimizes PostgreSQL for time-series data, delivering 10x better performance than standard relational databases.</a:t>
            </a:r>
            <a:endParaRPr lang="en-US" sz="1600"/>
          </a:p>
        </p:txBody>
      </p:sp>
      <p:sp>
        <p:nvSpPr>
          <p:cNvPr id="100" name="Shape 98"/>
          <p:cNvSpPr/>
          <p:nvPr/>
        </p:nvSpPr>
        <p:spPr>
          <a:xfrm>
            <a:off x="10809817" y="5880098"/>
            <a:ext cx="4927600" cy="1866900"/>
          </a:xfrm>
          <a:custGeom>
            <a:avLst/>
            <a:gdLst/>
            <a:ahLst/>
            <a:cxnLst/>
            <a:rect l="l" t="t" r="r" b="b"/>
            <a:pathLst>
              <a:path w="4927600" h="1866900">
                <a:moveTo>
                  <a:pt x="152395" y="0"/>
                </a:moveTo>
                <a:lnTo>
                  <a:pt x="4775205" y="0"/>
                </a:lnTo>
                <a:cubicBezTo>
                  <a:pt x="4859370" y="0"/>
                  <a:pt x="4927600" y="68230"/>
                  <a:pt x="4927600" y="152395"/>
                </a:cubicBezTo>
                <a:lnTo>
                  <a:pt x="4927600" y="1714505"/>
                </a:lnTo>
                <a:cubicBezTo>
                  <a:pt x="4927600" y="1798670"/>
                  <a:pt x="4859370" y="1866900"/>
                  <a:pt x="4775205" y="1866900"/>
                </a:cubicBezTo>
                <a:lnTo>
                  <a:pt x="152395" y="1866900"/>
                </a:lnTo>
                <a:cubicBezTo>
                  <a:pt x="68230" y="1866900"/>
                  <a:pt x="0" y="1798670"/>
                  <a:pt x="0" y="1714505"/>
                </a:cubicBezTo>
                <a:lnTo>
                  <a:pt x="0" y="152395"/>
                </a:lnTo>
                <a:cubicBezTo>
                  <a:pt x="0" y="68230"/>
                  <a:pt x="68230" y="0"/>
                  <a:pt x="152395" y="0"/>
                </a:cubicBezTo>
                <a:close/>
              </a:path>
            </a:pathLst>
          </a:custGeom>
          <a:solidFill>
            <a:srgbClr val="2D3748"/>
          </a:solidFill>
          <a:ln w="12700">
            <a:solidFill>
              <a:srgbClr val="4FD1C5">
                <a:alpha val="30196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1038417" y="6115048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0" y="200025"/>
                </a:moveTo>
                <a:cubicBezTo>
                  <a:pt x="0" y="247352"/>
                  <a:pt x="38398" y="285750"/>
                  <a:pt x="85725" y="285750"/>
                </a:cubicBezTo>
                <a:lnTo>
                  <a:pt x="266700" y="285750"/>
                </a:lnTo>
                <a:cubicBezTo>
                  <a:pt x="308789" y="285750"/>
                  <a:pt x="342900" y="251639"/>
                  <a:pt x="342900" y="209550"/>
                </a:cubicBezTo>
                <a:cubicBezTo>
                  <a:pt x="342900" y="178832"/>
                  <a:pt x="324743" y="152340"/>
                  <a:pt x="298549" y="140315"/>
                </a:cubicBezTo>
                <a:cubicBezTo>
                  <a:pt x="302538" y="132517"/>
                  <a:pt x="304800" y="123646"/>
                  <a:pt x="304800" y="114300"/>
                </a:cubicBezTo>
                <a:cubicBezTo>
                  <a:pt x="304800" y="82748"/>
                  <a:pt x="279202" y="57150"/>
                  <a:pt x="247650" y="57150"/>
                </a:cubicBezTo>
                <a:cubicBezTo>
                  <a:pt x="237113" y="57150"/>
                  <a:pt x="227290" y="60007"/>
                  <a:pt x="218837" y="64949"/>
                </a:cubicBezTo>
                <a:cubicBezTo>
                  <a:pt x="204490" y="37683"/>
                  <a:pt x="175855" y="19050"/>
                  <a:pt x="142875" y="19050"/>
                </a:cubicBezTo>
                <a:cubicBezTo>
                  <a:pt x="95548" y="19050"/>
                  <a:pt x="57150" y="57448"/>
                  <a:pt x="57150" y="104775"/>
                </a:cubicBezTo>
                <a:cubicBezTo>
                  <a:pt x="57150" y="109537"/>
                  <a:pt x="57567" y="114240"/>
                  <a:pt x="58281" y="118765"/>
                </a:cubicBezTo>
                <a:cubicBezTo>
                  <a:pt x="24408" y="130195"/>
                  <a:pt x="0" y="162282"/>
                  <a:pt x="0" y="200025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102" name="Text 100"/>
          <p:cNvSpPr/>
          <p:nvPr/>
        </p:nvSpPr>
        <p:spPr>
          <a:xfrm>
            <a:off x="11552767" y="6089648"/>
            <a:ext cx="2197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Production Ready</a:t>
            </a:r>
            <a:endParaRPr lang="en-US" sz="1600"/>
          </a:p>
        </p:txBody>
      </p:sp>
      <p:sp>
        <p:nvSpPr>
          <p:cNvPr id="103" name="Text 101"/>
          <p:cNvSpPr/>
          <p:nvPr/>
        </p:nvSpPr>
        <p:spPr>
          <a:xfrm>
            <a:off x="11019367" y="6546848"/>
            <a:ext cx="46101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>
                <a:solidFill>
                  <a:srgbClr val="4FD1C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Nginx reverse proxy</a:t>
            </a:r>
            <a:r>
              <a:rPr lang="en-US" sz="160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</a:t>
            </a:r>
            <a:r>
              <a:rPr lang="en-US" sz="1600" b="1">
                <a:solidFill>
                  <a:srgbClr val="4FD1C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systemd service</a:t>
            </a:r>
            <a:r>
              <a:rPr lang="en-US" sz="160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ensure 24/7 uptime with automatic restart capabilities.</a:t>
            </a:r>
            <a:endParaRPr lang="en-US" sz="160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635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60400" y="787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9050" y="19050"/>
                </a:moveTo>
                <a:cubicBezTo>
                  <a:pt x="29587" y="19050"/>
                  <a:pt x="38100" y="27563"/>
                  <a:pt x="38100" y="38100"/>
                </a:cubicBezTo>
                <a:lnTo>
                  <a:pt x="38100" y="238125"/>
                </a:lnTo>
                <a:cubicBezTo>
                  <a:pt x="38100" y="243364"/>
                  <a:pt x="42386" y="247650"/>
                  <a:pt x="47625" y="247650"/>
                </a:cubicBezTo>
                <a:lnTo>
                  <a:pt x="285750" y="247650"/>
                </a:lnTo>
                <a:cubicBezTo>
                  <a:pt x="296287" y="247650"/>
                  <a:pt x="304800" y="256163"/>
                  <a:pt x="304800" y="266700"/>
                </a:cubicBezTo>
                <a:cubicBezTo>
                  <a:pt x="304800" y="277237"/>
                  <a:pt x="296287" y="285750"/>
                  <a:pt x="285750" y="285750"/>
                </a:cubicBezTo>
                <a:lnTo>
                  <a:pt x="47625" y="285750"/>
                </a:lnTo>
                <a:cubicBezTo>
                  <a:pt x="21312" y="285750"/>
                  <a:pt x="0" y="264438"/>
                  <a:pt x="0" y="238125"/>
                </a:cubicBezTo>
                <a:lnTo>
                  <a:pt x="0" y="38100"/>
                </a:lnTo>
                <a:cubicBezTo>
                  <a:pt x="0" y="27563"/>
                  <a:pt x="8513" y="19050"/>
                  <a:pt x="19050" y="19050"/>
                </a:cubicBezTo>
                <a:close/>
                <a:moveTo>
                  <a:pt x="76200" y="57150"/>
                </a:moveTo>
                <a:cubicBezTo>
                  <a:pt x="76200" y="46613"/>
                  <a:pt x="84713" y="38100"/>
                  <a:pt x="95250" y="38100"/>
                </a:cubicBezTo>
                <a:lnTo>
                  <a:pt x="209550" y="38100"/>
                </a:lnTo>
                <a:cubicBezTo>
                  <a:pt x="220087" y="38100"/>
                  <a:pt x="228600" y="46613"/>
                  <a:pt x="228600" y="57150"/>
                </a:cubicBezTo>
                <a:cubicBezTo>
                  <a:pt x="228600" y="67687"/>
                  <a:pt x="220087" y="76200"/>
                  <a:pt x="209550" y="76200"/>
                </a:cubicBezTo>
                <a:lnTo>
                  <a:pt x="95250" y="76200"/>
                </a:lnTo>
                <a:cubicBezTo>
                  <a:pt x="84713" y="76200"/>
                  <a:pt x="76200" y="67687"/>
                  <a:pt x="76200" y="57150"/>
                </a:cubicBezTo>
                <a:close/>
                <a:moveTo>
                  <a:pt x="95250" y="104775"/>
                </a:moveTo>
                <a:lnTo>
                  <a:pt x="171450" y="104775"/>
                </a:lnTo>
                <a:cubicBezTo>
                  <a:pt x="181987" y="104775"/>
                  <a:pt x="190500" y="113288"/>
                  <a:pt x="190500" y="123825"/>
                </a:cubicBezTo>
                <a:cubicBezTo>
                  <a:pt x="190500" y="134362"/>
                  <a:pt x="181987" y="142875"/>
                  <a:pt x="171450" y="142875"/>
                </a:cubicBezTo>
                <a:lnTo>
                  <a:pt x="95250" y="142875"/>
                </a:lnTo>
                <a:cubicBezTo>
                  <a:pt x="84713" y="142875"/>
                  <a:pt x="76200" y="134362"/>
                  <a:pt x="76200" y="123825"/>
                </a:cubicBezTo>
                <a:cubicBezTo>
                  <a:pt x="76200" y="113288"/>
                  <a:pt x="84713" y="104775"/>
                  <a:pt x="95250" y="104775"/>
                </a:cubicBezTo>
                <a:close/>
                <a:moveTo>
                  <a:pt x="95250" y="171450"/>
                </a:moveTo>
                <a:lnTo>
                  <a:pt x="247650" y="171450"/>
                </a:lnTo>
                <a:cubicBezTo>
                  <a:pt x="258187" y="171450"/>
                  <a:pt x="266700" y="179963"/>
                  <a:pt x="266700" y="190500"/>
                </a:cubicBezTo>
                <a:cubicBezTo>
                  <a:pt x="266700" y="201037"/>
                  <a:pt x="258187" y="209550"/>
                  <a:pt x="247650" y="209550"/>
                </a:cubicBezTo>
                <a:lnTo>
                  <a:pt x="95250" y="209550"/>
                </a:lnTo>
                <a:cubicBezTo>
                  <a:pt x="84713" y="209550"/>
                  <a:pt x="76200" y="201037"/>
                  <a:pt x="76200" y="190500"/>
                </a:cubicBezTo>
                <a:cubicBezTo>
                  <a:pt x="76200" y="179963"/>
                  <a:pt x="84713" y="171450"/>
                  <a:pt x="95250" y="17145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508000"/>
            <a:ext cx="12052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kern="0" spc="14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 &amp; Analysis</a:t>
            </a:r>
            <a:endParaRPr lang="en-US" sz="1600"/>
          </a:p>
        </p:txBody>
      </p:sp>
      <p:sp>
        <p:nvSpPr>
          <p:cNvPr id="5" name="Text 3"/>
          <p:cNvSpPr/>
          <p:nvPr/>
        </p:nvSpPr>
        <p:spPr>
          <a:xfrm>
            <a:off x="1270000" y="762000"/>
            <a:ext cx="12268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Characteristics &amp; Model Performance</a:t>
            </a:r>
            <a:endParaRPr lang="en-US" sz="1600"/>
          </a:p>
        </p:txBody>
      </p:sp>
      <p:sp>
        <p:nvSpPr>
          <p:cNvPr id="6" name="Shape 4"/>
          <p:cNvSpPr/>
          <p:nvPr/>
        </p:nvSpPr>
        <p:spPr>
          <a:xfrm>
            <a:off x="508000" y="1524000"/>
            <a:ext cx="1625600" cy="50800"/>
          </a:xfrm>
          <a:custGeom>
            <a:avLst/>
            <a:gdLst/>
            <a:ahLst/>
            <a:cxnLst/>
            <a:rect l="l" t="t" r="r" b="b"/>
            <a:pathLst>
              <a:path w="1625600" h="50800">
                <a:moveTo>
                  <a:pt x="0" y="0"/>
                </a:moveTo>
                <a:lnTo>
                  <a:pt x="1625600" y="0"/>
                </a:lnTo>
                <a:lnTo>
                  <a:pt x="16256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7" name="Shape 5"/>
          <p:cNvSpPr/>
          <p:nvPr/>
        </p:nvSpPr>
        <p:spPr>
          <a:xfrm>
            <a:off x="533400" y="1778000"/>
            <a:ext cx="7493000" cy="3962400"/>
          </a:xfrm>
          <a:custGeom>
            <a:avLst/>
            <a:gdLst/>
            <a:ahLst/>
            <a:cxnLst/>
            <a:rect l="l" t="t" r="r" b="b"/>
            <a:pathLst>
              <a:path w="7493000" h="3962400">
                <a:moveTo>
                  <a:pt x="50800" y="0"/>
                </a:moveTo>
                <a:lnTo>
                  <a:pt x="7340606" y="0"/>
                </a:lnTo>
                <a:cubicBezTo>
                  <a:pt x="7424771" y="0"/>
                  <a:pt x="7493000" y="68229"/>
                  <a:pt x="7493000" y="152394"/>
                </a:cubicBezTo>
                <a:lnTo>
                  <a:pt x="7493000" y="3810006"/>
                </a:lnTo>
                <a:cubicBezTo>
                  <a:pt x="7493000" y="3894171"/>
                  <a:pt x="7424771" y="3962400"/>
                  <a:pt x="7340606" y="3962400"/>
                </a:cubicBezTo>
                <a:lnTo>
                  <a:pt x="50800" y="3962400"/>
                </a:lnTo>
                <a:cubicBezTo>
                  <a:pt x="22763" y="3962400"/>
                  <a:pt x="0" y="3939637"/>
                  <a:pt x="0" y="3911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D3748"/>
          </a:solidFill>
          <a:ln/>
        </p:spPr>
      </p:sp>
      <p:sp>
        <p:nvSpPr>
          <p:cNvPr id="8" name="Shape 6"/>
          <p:cNvSpPr/>
          <p:nvPr/>
        </p:nvSpPr>
        <p:spPr>
          <a:xfrm>
            <a:off x="533400" y="1778000"/>
            <a:ext cx="50800" cy="3962400"/>
          </a:xfrm>
          <a:custGeom>
            <a:avLst/>
            <a:gdLst/>
            <a:ahLst/>
            <a:cxnLst/>
            <a:rect l="l" t="t" r="r" b="b"/>
            <a:pathLst>
              <a:path w="50800" h="3962400">
                <a:moveTo>
                  <a:pt x="50800" y="0"/>
                </a:moveTo>
                <a:lnTo>
                  <a:pt x="50800" y="0"/>
                </a:lnTo>
                <a:lnTo>
                  <a:pt x="50800" y="3962400"/>
                </a:lnTo>
                <a:lnTo>
                  <a:pt x="50800" y="3962400"/>
                </a:lnTo>
                <a:cubicBezTo>
                  <a:pt x="22763" y="3962400"/>
                  <a:pt x="0" y="3939637"/>
                  <a:pt x="0" y="3911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9" name="Shape 7"/>
          <p:cNvSpPr/>
          <p:nvPr/>
        </p:nvSpPr>
        <p:spPr>
          <a:xfrm>
            <a:off x="819150" y="20320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266700" y="122515"/>
                </a:moveTo>
                <a:cubicBezTo>
                  <a:pt x="257889" y="128349"/>
                  <a:pt x="247769" y="133052"/>
                  <a:pt x="237232" y="136803"/>
                </a:cubicBezTo>
                <a:cubicBezTo>
                  <a:pt x="209252" y="146804"/>
                  <a:pt x="172522" y="152400"/>
                  <a:pt x="133350" y="152400"/>
                </a:cubicBezTo>
                <a:cubicBezTo>
                  <a:pt x="94178" y="152400"/>
                  <a:pt x="57388" y="146745"/>
                  <a:pt x="29468" y="136803"/>
                </a:cubicBezTo>
                <a:cubicBezTo>
                  <a:pt x="18990" y="133052"/>
                  <a:pt x="8811" y="128349"/>
                  <a:pt x="0" y="122515"/>
                </a:cubicBezTo>
                <a:lnTo>
                  <a:pt x="0" y="171450"/>
                </a:lnTo>
                <a:cubicBezTo>
                  <a:pt x="0" y="197763"/>
                  <a:pt x="59710" y="219075"/>
                  <a:pt x="133350" y="219075"/>
                </a:cubicBezTo>
                <a:cubicBezTo>
                  <a:pt x="206990" y="219075"/>
                  <a:pt x="266700" y="197763"/>
                  <a:pt x="266700" y="171450"/>
                </a:cubicBezTo>
                <a:lnTo>
                  <a:pt x="266700" y="122515"/>
                </a:lnTo>
                <a:close/>
                <a:moveTo>
                  <a:pt x="266700" y="76200"/>
                </a:moveTo>
                <a:lnTo>
                  <a:pt x="266700" y="47625"/>
                </a:lnTo>
                <a:cubicBezTo>
                  <a:pt x="266700" y="21312"/>
                  <a:pt x="206990" y="0"/>
                  <a:pt x="133350" y="0"/>
                </a:cubicBezTo>
                <a:cubicBezTo>
                  <a:pt x="59710" y="0"/>
                  <a:pt x="0" y="21312"/>
                  <a:pt x="0" y="47625"/>
                </a:cubicBezTo>
                <a:lnTo>
                  <a:pt x="0" y="76200"/>
                </a:lnTo>
                <a:cubicBezTo>
                  <a:pt x="0" y="102513"/>
                  <a:pt x="59710" y="123825"/>
                  <a:pt x="133350" y="123825"/>
                </a:cubicBezTo>
                <a:cubicBezTo>
                  <a:pt x="206990" y="123825"/>
                  <a:pt x="266700" y="102513"/>
                  <a:pt x="266700" y="76200"/>
                </a:cubicBezTo>
                <a:close/>
                <a:moveTo>
                  <a:pt x="237232" y="232053"/>
                </a:moveTo>
                <a:cubicBezTo>
                  <a:pt x="209312" y="241995"/>
                  <a:pt x="172581" y="247650"/>
                  <a:pt x="133350" y="247650"/>
                </a:cubicBezTo>
                <a:cubicBezTo>
                  <a:pt x="94119" y="247650"/>
                  <a:pt x="57388" y="241995"/>
                  <a:pt x="29468" y="232053"/>
                </a:cubicBezTo>
                <a:cubicBezTo>
                  <a:pt x="18990" y="228302"/>
                  <a:pt x="8811" y="223599"/>
                  <a:pt x="0" y="217765"/>
                </a:cubicBezTo>
                <a:lnTo>
                  <a:pt x="0" y="257175"/>
                </a:lnTo>
                <a:cubicBezTo>
                  <a:pt x="0" y="283488"/>
                  <a:pt x="59710" y="304800"/>
                  <a:pt x="133350" y="304800"/>
                </a:cubicBezTo>
                <a:cubicBezTo>
                  <a:pt x="206990" y="304800"/>
                  <a:pt x="266700" y="283488"/>
                  <a:pt x="266700" y="257175"/>
                </a:cubicBezTo>
                <a:lnTo>
                  <a:pt x="266700" y="217765"/>
                </a:lnTo>
                <a:cubicBezTo>
                  <a:pt x="257889" y="223599"/>
                  <a:pt x="247769" y="228302"/>
                  <a:pt x="237232" y="232053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1981200"/>
            <a:ext cx="6832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Dataset Overview</a:t>
            </a:r>
            <a:endParaRPr lang="en-US" sz="1600"/>
          </a:p>
        </p:txBody>
      </p:sp>
      <p:sp>
        <p:nvSpPr>
          <p:cNvPr id="11" name="Shape 9"/>
          <p:cNvSpPr/>
          <p:nvPr/>
        </p:nvSpPr>
        <p:spPr>
          <a:xfrm>
            <a:off x="762000" y="2540000"/>
            <a:ext cx="7061200" cy="965200"/>
          </a:xfrm>
          <a:custGeom>
            <a:avLst/>
            <a:gdLst/>
            <a:ahLst/>
            <a:cxnLst/>
            <a:rect l="l" t="t" r="r" b="b"/>
            <a:pathLst>
              <a:path w="7061200" h="965200">
                <a:moveTo>
                  <a:pt x="101597" y="0"/>
                </a:moveTo>
                <a:lnTo>
                  <a:pt x="6959603" y="0"/>
                </a:lnTo>
                <a:cubicBezTo>
                  <a:pt x="7015713" y="0"/>
                  <a:pt x="7061200" y="45487"/>
                  <a:pt x="7061200" y="101597"/>
                </a:cubicBezTo>
                <a:lnTo>
                  <a:pt x="7061200" y="863603"/>
                </a:lnTo>
                <a:cubicBezTo>
                  <a:pt x="7061200" y="919713"/>
                  <a:pt x="7015713" y="965200"/>
                  <a:pt x="6959603" y="965200"/>
                </a:cubicBezTo>
                <a:lnTo>
                  <a:pt x="101597" y="965200"/>
                </a:lnTo>
                <a:cubicBezTo>
                  <a:pt x="45487" y="965200"/>
                  <a:pt x="0" y="919713"/>
                  <a:pt x="0" y="8636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1A202C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692400"/>
            <a:ext cx="6845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Dataset Name</a:t>
            </a:r>
            <a:endParaRPr lang="en-US" sz="1600"/>
          </a:p>
        </p:txBody>
      </p:sp>
      <p:sp>
        <p:nvSpPr>
          <p:cNvPr id="13" name="Text 11"/>
          <p:cNvSpPr/>
          <p:nvPr/>
        </p:nvSpPr>
        <p:spPr>
          <a:xfrm>
            <a:off x="914400" y="2997200"/>
            <a:ext cx="6870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Weather Dataset (Kaggle)</a:t>
            </a:r>
            <a:endParaRPr lang="en-US" sz="1600"/>
          </a:p>
        </p:txBody>
      </p:sp>
      <p:sp>
        <p:nvSpPr>
          <p:cNvPr id="14" name="Shape 12"/>
          <p:cNvSpPr/>
          <p:nvPr/>
        </p:nvSpPr>
        <p:spPr>
          <a:xfrm>
            <a:off x="762000" y="3606800"/>
            <a:ext cx="3479800" cy="914400"/>
          </a:xfrm>
          <a:custGeom>
            <a:avLst/>
            <a:gdLst/>
            <a:ahLst/>
            <a:cxnLst/>
            <a:rect l="l" t="t" r="r" b="b"/>
            <a:pathLst>
              <a:path w="3479800" h="914400">
                <a:moveTo>
                  <a:pt x="101599" y="0"/>
                </a:moveTo>
                <a:lnTo>
                  <a:pt x="3378201" y="0"/>
                </a:lnTo>
                <a:cubicBezTo>
                  <a:pt x="3434313" y="0"/>
                  <a:pt x="3479800" y="45487"/>
                  <a:pt x="3479800" y="101599"/>
                </a:cubicBezTo>
                <a:lnTo>
                  <a:pt x="3479800" y="812801"/>
                </a:lnTo>
                <a:cubicBezTo>
                  <a:pt x="3479800" y="868913"/>
                  <a:pt x="3434313" y="914400"/>
                  <a:pt x="3378201" y="914400"/>
                </a:cubicBezTo>
                <a:lnTo>
                  <a:pt x="101599" y="914400"/>
                </a:lnTo>
                <a:cubicBezTo>
                  <a:pt x="45487" y="914400"/>
                  <a:pt x="0" y="868913"/>
                  <a:pt x="0" y="8128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1A202C"/>
          </a:solidFill>
          <a:ln/>
        </p:spPr>
      </p:sp>
      <p:sp>
        <p:nvSpPr>
          <p:cNvPr id="15" name="Text 13"/>
          <p:cNvSpPr/>
          <p:nvPr/>
        </p:nvSpPr>
        <p:spPr>
          <a:xfrm>
            <a:off x="768350" y="3708400"/>
            <a:ext cx="3467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>
                <a:solidFill>
                  <a:srgbClr val="4FD1C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1000+</a:t>
            </a:r>
            <a:endParaRPr lang="en-US" sz="1600"/>
          </a:p>
        </p:txBody>
      </p:sp>
      <p:sp>
        <p:nvSpPr>
          <p:cNvPr id="16" name="Text 14"/>
          <p:cNvSpPr/>
          <p:nvPr/>
        </p:nvSpPr>
        <p:spPr>
          <a:xfrm>
            <a:off x="819150" y="4165600"/>
            <a:ext cx="3365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Global Cities</a:t>
            </a:r>
            <a:endParaRPr lang="en-US" sz="1600"/>
          </a:p>
        </p:txBody>
      </p:sp>
      <p:sp>
        <p:nvSpPr>
          <p:cNvPr id="17" name="Shape 15"/>
          <p:cNvSpPr/>
          <p:nvPr/>
        </p:nvSpPr>
        <p:spPr>
          <a:xfrm>
            <a:off x="4343400" y="3606800"/>
            <a:ext cx="3479800" cy="914400"/>
          </a:xfrm>
          <a:custGeom>
            <a:avLst/>
            <a:gdLst/>
            <a:ahLst/>
            <a:cxnLst/>
            <a:rect l="l" t="t" r="r" b="b"/>
            <a:pathLst>
              <a:path w="3479800" h="914400">
                <a:moveTo>
                  <a:pt x="101599" y="0"/>
                </a:moveTo>
                <a:lnTo>
                  <a:pt x="3378201" y="0"/>
                </a:lnTo>
                <a:cubicBezTo>
                  <a:pt x="3434313" y="0"/>
                  <a:pt x="3479800" y="45487"/>
                  <a:pt x="3479800" y="101599"/>
                </a:cubicBezTo>
                <a:lnTo>
                  <a:pt x="3479800" y="812801"/>
                </a:lnTo>
                <a:cubicBezTo>
                  <a:pt x="3479800" y="868913"/>
                  <a:pt x="3434313" y="914400"/>
                  <a:pt x="3378201" y="914400"/>
                </a:cubicBezTo>
                <a:lnTo>
                  <a:pt x="101599" y="914400"/>
                </a:lnTo>
                <a:cubicBezTo>
                  <a:pt x="45487" y="914400"/>
                  <a:pt x="0" y="868913"/>
                  <a:pt x="0" y="8128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1A202C"/>
          </a:solidFill>
          <a:ln/>
        </p:spPr>
      </p:sp>
      <p:sp>
        <p:nvSpPr>
          <p:cNvPr id="18" name="Text 16"/>
          <p:cNvSpPr/>
          <p:nvPr/>
        </p:nvSpPr>
        <p:spPr>
          <a:xfrm>
            <a:off x="4349750" y="3708400"/>
            <a:ext cx="3467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>
                <a:solidFill>
                  <a:srgbClr val="4FD1C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10+</a:t>
            </a:r>
            <a:endParaRPr lang="en-US" sz="1600"/>
          </a:p>
        </p:txBody>
      </p:sp>
      <p:sp>
        <p:nvSpPr>
          <p:cNvPr id="19" name="Text 17"/>
          <p:cNvSpPr/>
          <p:nvPr/>
        </p:nvSpPr>
        <p:spPr>
          <a:xfrm>
            <a:off x="4400550" y="4165600"/>
            <a:ext cx="3365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Years Daily Data</a:t>
            </a:r>
            <a:endParaRPr lang="en-US" sz="1600"/>
          </a:p>
        </p:txBody>
      </p:sp>
      <p:sp>
        <p:nvSpPr>
          <p:cNvPr id="20" name="Shape 18"/>
          <p:cNvSpPr/>
          <p:nvPr/>
        </p:nvSpPr>
        <p:spPr>
          <a:xfrm>
            <a:off x="762000" y="4622800"/>
            <a:ext cx="7061200" cy="914400"/>
          </a:xfrm>
          <a:custGeom>
            <a:avLst/>
            <a:gdLst/>
            <a:ahLst/>
            <a:cxnLst/>
            <a:rect l="l" t="t" r="r" b="b"/>
            <a:pathLst>
              <a:path w="7061200" h="914400">
                <a:moveTo>
                  <a:pt x="101599" y="0"/>
                </a:moveTo>
                <a:lnTo>
                  <a:pt x="6959601" y="0"/>
                </a:lnTo>
                <a:cubicBezTo>
                  <a:pt x="7015713" y="0"/>
                  <a:pt x="7061200" y="45487"/>
                  <a:pt x="7061200" y="101599"/>
                </a:cubicBezTo>
                <a:lnTo>
                  <a:pt x="7061200" y="812801"/>
                </a:lnTo>
                <a:cubicBezTo>
                  <a:pt x="7061200" y="868913"/>
                  <a:pt x="7015713" y="914400"/>
                  <a:pt x="6959601" y="914400"/>
                </a:cubicBezTo>
                <a:lnTo>
                  <a:pt x="101599" y="914400"/>
                </a:lnTo>
                <a:cubicBezTo>
                  <a:pt x="45487" y="914400"/>
                  <a:pt x="0" y="868913"/>
                  <a:pt x="0" y="8128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1A202C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775200"/>
            <a:ext cx="6858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>
                <a:solidFill>
                  <a:srgbClr val="4FD1C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1M+ observations</a:t>
            </a:r>
            <a:r>
              <a:rPr lang="en-US" sz="160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multiple features: temperature, humidity, pressure, wind speed, precipitation.</a:t>
            </a:r>
            <a:endParaRPr lang="en-US" sz="1600"/>
          </a:p>
        </p:txBody>
      </p:sp>
      <p:sp>
        <p:nvSpPr>
          <p:cNvPr id="22" name="Shape 20"/>
          <p:cNvSpPr/>
          <p:nvPr/>
        </p:nvSpPr>
        <p:spPr>
          <a:xfrm>
            <a:off x="533400" y="5943600"/>
            <a:ext cx="7493000" cy="2336800"/>
          </a:xfrm>
          <a:custGeom>
            <a:avLst/>
            <a:gdLst/>
            <a:ahLst/>
            <a:cxnLst/>
            <a:rect l="l" t="t" r="r" b="b"/>
            <a:pathLst>
              <a:path w="7493000" h="2336800">
                <a:moveTo>
                  <a:pt x="50800" y="0"/>
                </a:moveTo>
                <a:lnTo>
                  <a:pt x="7340594" y="0"/>
                </a:lnTo>
                <a:cubicBezTo>
                  <a:pt x="7424765" y="0"/>
                  <a:pt x="7493000" y="68235"/>
                  <a:pt x="7493000" y="152406"/>
                </a:cubicBezTo>
                <a:lnTo>
                  <a:pt x="7493000" y="2184394"/>
                </a:lnTo>
                <a:cubicBezTo>
                  <a:pt x="7493000" y="2268565"/>
                  <a:pt x="7424765" y="2336800"/>
                  <a:pt x="7340594" y="2336800"/>
                </a:cubicBezTo>
                <a:lnTo>
                  <a:pt x="50800" y="2336800"/>
                </a:lnTo>
                <a:cubicBezTo>
                  <a:pt x="22763" y="2336800"/>
                  <a:pt x="0" y="2314037"/>
                  <a:pt x="0" y="2286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D3748"/>
          </a:solidFill>
          <a:ln/>
        </p:spPr>
      </p:sp>
      <p:sp>
        <p:nvSpPr>
          <p:cNvPr id="23" name="Shape 21"/>
          <p:cNvSpPr/>
          <p:nvPr/>
        </p:nvSpPr>
        <p:spPr>
          <a:xfrm>
            <a:off x="533400" y="5943600"/>
            <a:ext cx="50800" cy="2336800"/>
          </a:xfrm>
          <a:custGeom>
            <a:avLst/>
            <a:gdLst/>
            <a:ahLst/>
            <a:cxnLst/>
            <a:rect l="l" t="t" r="r" b="b"/>
            <a:pathLst>
              <a:path w="50800" h="2336800">
                <a:moveTo>
                  <a:pt x="50800" y="0"/>
                </a:moveTo>
                <a:lnTo>
                  <a:pt x="50800" y="0"/>
                </a:lnTo>
                <a:lnTo>
                  <a:pt x="50800" y="2336800"/>
                </a:lnTo>
                <a:lnTo>
                  <a:pt x="50800" y="2336800"/>
                </a:lnTo>
                <a:cubicBezTo>
                  <a:pt x="22763" y="2336800"/>
                  <a:pt x="0" y="2314037"/>
                  <a:pt x="0" y="2286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24" name="Shape 22"/>
          <p:cNvSpPr/>
          <p:nvPr/>
        </p:nvSpPr>
        <p:spPr>
          <a:xfrm>
            <a:off x="800100" y="6197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161151" y="0"/>
                  <a:pt x="169188" y="4822"/>
                  <a:pt x="173355" y="12502"/>
                </a:cubicBezTo>
                <a:lnTo>
                  <a:pt x="301943" y="250627"/>
                </a:lnTo>
                <a:cubicBezTo>
                  <a:pt x="305931" y="258008"/>
                  <a:pt x="305753" y="266938"/>
                  <a:pt x="301466" y="274141"/>
                </a:cubicBezTo>
                <a:cubicBezTo>
                  <a:pt x="297180" y="281345"/>
                  <a:pt x="289381" y="285750"/>
                  <a:pt x="280987" y="285750"/>
                </a:cubicBezTo>
                <a:lnTo>
                  <a:pt x="23813" y="285750"/>
                </a:lnTo>
                <a:cubicBezTo>
                  <a:pt x="15419" y="285750"/>
                  <a:pt x="7680" y="281345"/>
                  <a:pt x="3334" y="274141"/>
                </a:cubicBezTo>
                <a:cubicBezTo>
                  <a:pt x="-1012" y="266938"/>
                  <a:pt x="-1131" y="258008"/>
                  <a:pt x="2858" y="250627"/>
                </a:cubicBezTo>
                <a:lnTo>
                  <a:pt x="131445" y="12502"/>
                </a:lnTo>
                <a:cubicBezTo>
                  <a:pt x="135612" y="4822"/>
                  <a:pt x="143649" y="0"/>
                  <a:pt x="152400" y="0"/>
                </a:cubicBezTo>
                <a:close/>
                <a:moveTo>
                  <a:pt x="152400" y="100013"/>
                </a:moveTo>
                <a:cubicBezTo>
                  <a:pt x="144482" y="100013"/>
                  <a:pt x="138113" y="106382"/>
                  <a:pt x="138113" y="114300"/>
                </a:cubicBezTo>
                <a:lnTo>
                  <a:pt x="138113" y="180975"/>
                </a:lnTo>
                <a:cubicBezTo>
                  <a:pt x="138113" y="188893"/>
                  <a:pt x="144482" y="195263"/>
                  <a:pt x="152400" y="195263"/>
                </a:cubicBezTo>
                <a:cubicBezTo>
                  <a:pt x="160318" y="195263"/>
                  <a:pt x="166688" y="188893"/>
                  <a:pt x="166688" y="180975"/>
                </a:cubicBezTo>
                <a:lnTo>
                  <a:pt x="166688" y="114300"/>
                </a:lnTo>
                <a:cubicBezTo>
                  <a:pt x="166688" y="106382"/>
                  <a:pt x="160318" y="100013"/>
                  <a:pt x="152400" y="100013"/>
                </a:cubicBezTo>
                <a:close/>
                <a:moveTo>
                  <a:pt x="168295" y="228600"/>
                </a:moveTo>
                <a:cubicBezTo>
                  <a:pt x="168656" y="222700"/>
                  <a:pt x="165714" y="217087"/>
                  <a:pt x="160656" y="214027"/>
                </a:cubicBezTo>
                <a:cubicBezTo>
                  <a:pt x="155599" y="210968"/>
                  <a:pt x="149261" y="210968"/>
                  <a:pt x="144203" y="214027"/>
                </a:cubicBezTo>
                <a:cubicBezTo>
                  <a:pt x="139145" y="217087"/>
                  <a:pt x="136203" y="222700"/>
                  <a:pt x="136565" y="228600"/>
                </a:cubicBezTo>
                <a:cubicBezTo>
                  <a:pt x="136203" y="234500"/>
                  <a:pt x="139145" y="240113"/>
                  <a:pt x="144203" y="243173"/>
                </a:cubicBezTo>
                <a:cubicBezTo>
                  <a:pt x="149261" y="246232"/>
                  <a:pt x="155599" y="246232"/>
                  <a:pt x="160656" y="243173"/>
                </a:cubicBezTo>
                <a:cubicBezTo>
                  <a:pt x="165714" y="240113"/>
                  <a:pt x="168656" y="234500"/>
                  <a:pt x="168295" y="228600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25" name="Text 23"/>
          <p:cNvSpPr/>
          <p:nvPr/>
        </p:nvSpPr>
        <p:spPr>
          <a:xfrm>
            <a:off x="1143000" y="6146800"/>
            <a:ext cx="6832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>
                <a:solidFill>
                  <a:srgbClr val="F6AD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Quality Handling</a:t>
            </a:r>
            <a:endParaRPr lang="en-US" sz="1600"/>
          </a:p>
        </p:txBody>
      </p:sp>
      <p:sp>
        <p:nvSpPr>
          <p:cNvPr id="26" name="Shape 24"/>
          <p:cNvSpPr/>
          <p:nvPr/>
        </p:nvSpPr>
        <p:spPr>
          <a:xfrm>
            <a:off x="762000" y="6705600"/>
            <a:ext cx="3454400" cy="1371600"/>
          </a:xfrm>
          <a:custGeom>
            <a:avLst/>
            <a:gdLst/>
            <a:ahLst/>
            <a:cxnLst/>
            <a:rect l="l" t="t" r="r" b="b"/>
            <a:pathLst>
              <a:path w="3454400" h="1371600">
                <a:moveTo>
                  <a:pt x="101594" y="0"/>
                </a:moveTo>
                <a:lnTo>
                  <a:pt x="3352806" y="0"/>
                </a:lnTo>
                <a:cubicBezTo>
                  <a:pt x="3408915" y="0"/>
                  <a:pt x="3454400" y="45485"/>
                  <a:pt x="3454400" y="101594"/>
                </a:cubicBezTo>
                <a:lnTo>
                  <a:pt x="3454400" y="1270006"/>
                </a:lnTo>
                <a:cubicBezTo>
                  <a:pt x="3454400" y="1326115"/>
                  <a:pt x="3408915" y="1371600"/>
                  <a:pt x="3352806" y="1371600"/>
                </a:cubicBezTo>
                <a:lnTo>
                  <a:pt x="101594" y="1371600"/>
                </a:lnTo>
                <a:cubicBezTo>
                  <a:pt x="45485" y="1371600"/>
                  <a:pt x="0" y="1326115"/>
                  <a:pt x="0" y="1270006"/>
                </a:cubicBezTo>
                <a:lnTo>
                  <a:pt x="0" y="101594"/>
                </a:lnTo>
                <a:cubicBezTo>
                  <a:pt x="0" y="45523"/>
                  <a:pt x="45523" y="0"/>
                  <a:pt x="101594" y="0"/>
                </a:cubicBezTo>
                <a:close/>
              </a:path>
            </a:pathLst>
          </a:custGeom>
          <a:solidFill>
            <a:srgbClr val="1A202C"/>
          </a:solidFill>
          <a:ln/>
        </p:spPr>
      </p:sp>
      <p:sp>
        <p:nvSpPr>
          <p:cNvPr id="27" name="Shape 25"/>
          <p:cNvSpPr/>
          <p:nvPr/>
        </p:nvSpPr>
        <p:spPr>
          <a:xfrm>
            <a:off x="931863" y="69215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38276" y="31968"/>
                </a:moveTo>
                <a:lnTo>
                  <a:pt x="109523" y="60722"/>
                </a:lnTo>
                <a:lnTo>
                  <a:pt x="124435" y="75634"/>
                </a:lnTo>
                <a:cubicBezTo>
                  <a:pt x="130016" y="81216"/>
                  <a:pt x="130016" y="90279"/>
                  <a:pt x="124435" y="95860"/>
                </a:cubicBezTo>
                <a:cubicBezTo>
                  <a:pt x="118854" y="101441"/>
                  <a:pt x="109791" y="101441"/>
                  <a:pt x="104209" y="95860"/>
                </a:cubicBezTo>
                <a:lnTo>
                  <a:pt x="89297" y="80948"/>
                </a:lnTo>
                <a:lnTo>
                  <a:pt x="46256" y="123989"/>
                </a:lnTo>
                <a:cubicBezTo>
                  <a:pt x="44961" y="125284"/>
                  <a:pt x="43979" y="126891"/>
                  <a:pt x="43443" y="128588"/>
                </a:cubicBezTo>
                <a:lnTo>
                  <a:pt x="186988" y="128588"/>
                </a:lnTo>
                <a:lnTo>
                  <a:pt x="210964" y="104611"/>
                </a:lnTo>
                <a:cubicBezTo>
                  <a:pt x="213152" y="102424"/>
                  <a:pt x="214357" y="99477"/>
                  <a:pt x="214357" y="96441"/>
                </a:cubicBezTo>
                <a:cubicBezTo>
                  <a:pt x="214357" y="93405"/>
                  <a:pt x="213152" y="90413"/>
                  <a:pt x="210964" y="88270"/>
                </a:cubicBezTo>
                <a:lnTo>
                  <a:pt x="154618" y="31968"/>
                </a:lnTo>
                <a:cubicBezTo>
                  <a:pt x="152474" y="29781"/>
                  <a:pt x="149528" y="28575"/>
                  <a:pt x="146447" y="28575"/>
                </a:cubicBezTo>
                <a:cubicBezTo>
                  <a:pt x="143366" y="28575"/>
                  <a:pt x="140419" y="29781"/>
                  <a:pt x="138276" y="31968"/>
                </a:cubicBezTo>
                <a:close/>
                <a:moveTo>
                  <a:pt x="26030" y="103763"/>
                </a:moveTo>
                <a:lnTo>
                  <a:pt x="69071" y="60722"/>
                </a:lnTo>
                <a:lnTo>
                  <a:pt x="47015" y="38666"/>
                </a:lnTo>
                <a:cubicBezTo>
                  <a:pt x="41434" y="33084"/>
                  <a:pt x="41434" y="24021"/>
                  <a:pt x="47015" y="18440"/>
                </a:cubicBezTo>
                <a:cubicBezTo>
                  <a:pt x="52596" y="12859"/>
                  <a:pt x="61659" y="12859"/>
                  <a:pt x="67241" y="18440"/>
                </a:cubicBezTo>
                <a:lnTo>
                  <a:pt x="89297" y="40496"/>
                </a:lnTo>
                <a:lnTo>
                  <a:pt x="118050" y="11743"/>
                </a:lnTo>
                <a:cubicBezTo>
                  <a:pt x="125596" y="4242"/>
                  <a:pt x="135776" y="0"/>
                  <a:pt x="146447" y="0"/>
                </a:cubicBezTo>
                <a:cubicBezTo>
                  <a:pt x="157118" y="0"/>
                  <a:pt x="167298" y="4242"/>
                  <a:pt x="174843" y="11743"/>
                </a:cubicBezTo>
                <a:lnTo>
                  <a:pt x="231145" y="68044"/>
                </a:lnTo>
                <a:cubicBezTo>
                  <a:pt x="238646" y="75590"/>
                  <a:pt x="242888" y="85770"/>
                  <a:pt x="242888" y="96441"/>
                </a:cubicBezTo>
                <a:cubicBezTo>
                  <a:pt x="242888" y="107112"/>
                  <a:pt x="238646" y="117291"/>
                  <a:pt x="231145" y="124837"/>
                </a:cubicBezTo>
                <a:lnTo>
                  <a:pt x="139125" y="216857"/>
                </a:lnTo>
                <a:cubicBezTo>
                  <a:pt x="131579" y="224358"/>
                  <a:pt x="121399" y="228600"/>
                  <a:pt x="110728" y="228600"/>
                </a:cubicBezTo>
                <a:cubicBezTo>
                  <a:pt x="100057" y="228600"/>
                  <a:pt x="89877" y="224358"/>
                  <a:pt x="82332" y="216857"/>
                </a:cubicBezTo>
                <a:lnTo>
                  <a:pt x="26030" y="160556"/>
                </a:lnTo>
                <a:cubicBezTo>
                  <a:pt x="18529" y="153010"/>
                  <a:pt x="14288" y="142830"/>
                  <a:pt x="14288" y="132159"/>
                </a:cubicBezTo>
                <a:cubicBezTo>
                  <a:pt x="14288" y="121488"/>
                  <a:pt x="18529" y="111309"/>
                  <a:pt x="26030" y="103763"/>
                </a:cubicBezTo>
                <a:close/>
                <a:moveTo>
                  <a:pt x="228600" y="242888"/>
                </a:moveTo>
                <a:cubicBezTo>
                  <a:pt x="212839" y="242888"/>
                  <a:pt x="200025" y="230073"/>
                  <a:pt x="200025" y="214313"/>
                </a:cubicBezTo>
                <a:cubicBezTo>
                  <a:pt x="200025" y="203061"/>
                  <a:pt x="214580" y="178772"/>
                  <a:pt x="222885" y="165780"/>
                </a:cubicBezTo>
                <a:cubicBezTo>
                  <a:pt x="225564" y="161583"/>
                  <a:pt x="231591" y="161583"/>
                  <a:pt x="234270" y="165780"/>
                </a:cubicBezTo>
                <a:cubicBezTo>
                  <a:pt x="242620" y="178772"/>
                  <a:pt x="257130" y="203061"/>
                  <a:pt x="257130" y="214313"/>
                </a:cubicBezTo>
                <a:cubicBezTo>
                  <a:pt x="257130" y="230073"/>
                  <a:pt x="244316" y="242888"/>
                  <a:pt x="228555" y="242888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28" name="Text 26"/>
          <p:cNvSpPr/>
          <p:nvPr/>
        </p:nvSpPr>
        <p:spPr>
          <a:xfrm>
            <a:off x="1301750" y="6858000"/>
            <a:ext cx="1701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Missing Values</a:t>
            </a:r>
            <a:endParaRPr lang="en-US" sz="1600"/>
          </a:p>
        </p:txBody>
      </p:sp>
      <p:sp>
        <p:nvSpPr>
          <p:cNvPr id="29" name="Text 27"/>
          <p:cNvSpPr/>
          <p:nvPr/>
        </p:nvSpPr>
        <p:spPr>
          <a:xfrm>
            <a:off x="914400" y="7315200"/>
            <a:ext cx="3251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Less than 5% missing data handled via </a:t>
            </a:r>
            <a:r>
              <a:rPr lang="en-US" sz="1600" b="1">
                <a:solidFill>
                  <a:srgbClr val="4FD1C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linear interpolation</a:t>
            </a:r>
            <a:endParaRPr lang="en-US" sz="1600"/>
          </a:p>
        </p:txBody>
      </p:sp>
      <p:sp>
        <p:nvSpPr>
          <p:cNvPr id="30" name="Shape 28"/>
          <p:cNvSpPr/>
          <p:nvPr/>
        </p:nvSpPr>
        <p:spPr>
          <a:xfrm>
            <a:off x="4368800" y="6705600"/>
            <a:ext cx="3454400" cy="1371600"/>
          </a:xfrm>
          <a:custGeom>
            <a:avLst/>
            <a:gdLst/>
            <a:ahLst/>
            <a:cxnLst/>
            <a:rect l="l" t="t" r="r" b="b"/>
            <a:pathLst>
              <a:path w="3454400" h="1371600">
                <a:moveTo>
                  <a:pt x="101594" y="0"/>
                </a:moveTo>
                <a:lnTo>
                  <a:pt x="3352806" y="0"/>
                </a:lnTo>
                <a:cubicBezTo>
                  <a:pt x="3408915" y="0"/>
                  <a:pt x="3454400" y="45485"/>
                  <a:pt x="3454400" y="101594"/>
                </a:cubicBezTo>
                <a:lnTo>
                  <a:pt x="3454400" y="1270006"/>
                </a:lnTo>
                <a:cubicBezTo>
                  <a:pt x="3454400" y="1326115"/>
                  <a:pt x="3408915" y="1371600"/>
                  <a:pt x="3352806" y="1371600"/>
                </a:cubicBezTo>
                <a:lnTo>
                  <a:pt x="101594" y="1371600"/>
                </a:lnTo>
                <a:cubicBezTo>
                  <a:pt x="45485" y="1371600"/>
                  <a:pt x="0" y="1326115"/>
                  <a:pt x="0" y="1270006"/>
                </a:cubicBezTo>
                <a:lnTo>
                  <a:pt x="0" y="101594"/>
                </a:lnTo>
                <a:cubicBezTo>
                  <a:pt x="0" y="45523"/>
                  <a:pt x="45523" y="0"/>
                  <a:pt x="101594" y="0"/>
                </a:cubicBezTo>
                <a:close/>
              </a:path>
            </a:pathLst>
          </a:custGeom>
          <a:solidFill>
            <a:srgbClr val="1A202C"/>
          </a:solidFill>
          <a:ln/>
        </p:spPr>
      </p:sp>
      <p:sp>
        <p:nvSpPr>
          <p:cNvPr id="31" name="Shape 29"/>
          <p:cNvSpPr/>
          <p:nvPr/>
        </p:nvSpPr>
        <p:spPr>
          <a:xfrm>
            <a:off x="4552950" y="69215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4288" y="28575"/>
                </a:moveTo>
                <a:cubicBezTo>
                  <a:pt x="8528" y="28575"/>
                  <a:pt x="3304" y="32058"/>
                  <a:pt x="1072" y="37415"/>
                </a:cubicBezTo>
                <a:cubicBezTo>
                  <a:pt x="-1161" y="42773"/>
                  <a:pt x="89" y="48890"/>
                  <a:pt x="4197" y="52953"/>
                </a:cubicBezTo>
                <a:lnTo>
                  <a:pt x="85725" y="134526"/>
                </a:lnTo>
                <a:lnTo>
                  <a:pt x="85725" y="185738"/>
                </a:lnTo>
                <a:cubicBezTo>
                  <a:pt x="85725" y="189533"/>
                  <a:pt x="87243" y="193149"/>
                  <a:pt x="89922" y="195828"/>
                </a:cubicBezTo>
                <a:lnTo>
                  <a:pt x="118497" y="224403"/>
                </a:lnTo>
                <a:cubicBezTo>
                  <a:pt x="122605" y="228511"/>
                  <a:pt x="128721" y="229716"/>
                  <a:pt x="134079" y="227484"/>
                </a:cubicBezTo>
                <a:cubicBezTo>
                  <a:pt x="139437" y="225251"/>
                  <a:pt x="142875" y="220072"/>
                  <a:pt x="142875" y="214313"/>
                </a:cubicBezTo>
                <a:lnTo>
                  <a:pt x="142875" y="134526"/>
                </a:lnTo>
                <a:lnTo>
                  <a:pt x="224403" y="52998"/>
                </a:lnTo>
                <a:cubicBezTo>
                  <a:pt x="228511" y="48890"/>
                  <a:pt x="229716" y="42773"/>
                  <a:pt x="227484" y="37415"/>
                </a:cubicBezTo>
                <a:cubicBezTo>
                  <a:pt x="225251" y="32058"/>
                  <a:pt x="220072" y="28575"/>
                  <a:pt x="214313" y="28575"/>
                </a:cubicBezTo>
                <a:lnTo>
                  <a:pt x="14288" y="28575"/>
                </a:ln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32" name="Text 30"/>
          <p:cNvSpPr/>
          <p:nvPr/>
        </p:nvSpPr>
        <p:spPr>
          <a:xfrm>
            <a:off x="4908550" y="6858000"/>
            <a:ext cx="1778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Outlier Removal</a:t>
            </a:r>
            <a:endParaRPr lang="en-US" sz="1600"/>
          </a:p>
        </p:txBody>
      </p:sp>
      <p:sp>
        <p:nvSpPr>
          <p:cNvPr id="33" name="Text 31"/>
          <p:cNvSpPr/>
          <p:nvPr/>
        </p:nvSpPr>
        <p:spPr>
          <a:xfrm>
            <a:off x="4521200" y="7315200"/>
            <a:ext cx="3251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IQR method to detect and remove anomalous temperature readings</a:t>
            </a:r>
            <a:endParaRPr lang="en-US" sz="1600"/>
          </a:p>
        </p:txBody>
      </p:sp>
      <p:sp>
        <p:nvSpPr>
          <p:cNvPr id="34" name="Shape 32"/>
          <p:cNvSpPr/>
          <p:nvPr/>
        </p:nvSpPr>
        <p:spPr>
          <a:xfrm>
            <a:off x="8235950" y="1784350"/>
            <a:ext cx="7505700" cy="6489700"/>
          </a:xfrm>
          <a:custGeom>
            <a:avLst/>
            <a:gdLst/>
            <a:ahLst/>
            <a:cxnLst/>
            <a:rect l="l" t="t" r="r" b="b"/>
            <a:pathLst>
              <a:path w="7505700" h="6489700">
                <a:moveTo>
                  <a:pt x="152378" y="0"/>
                </a:moveTo>
                <a:lnTo>
                  <a:pt x="7353322" y="0"/>
                </a:lnTo>
                <a:cubicBezTo>
                  <a:pt x="7437478" y="0"/>
                  <a:pt x="7505700" y="68222"/>
                  <a:pt x="7505700" y="152378"/>
                </a:cubicBezTo>
                <a:lnTo>
                  <a:pt x="7505700" y="6337322"/>
                </a:lnTo>
                <a:cubicBezTo>
                  <a:pt x="7505700" y="6421478"/>
                  <a:pt x="7437478" y="6489700"/>
                  <a:pt x="7353322" y="6489700"/>
                </a:cubicBezTo>
                <a:lnTo>
                  <a:pt x="152378" y="6489700"/>
                </a:lnTo>
                <a:cubicBezTo>
                  <a:pt x="68222" y="6489700"/>
                  <a:pt x="0" y="6421478"/>
                  <a:pt x="0" y="6337322"/>
                </a:cubicBezTo>
                <a:lnTo>
                  <a:pt x="0" y="152378"/>
                </a:lnTo>
                <a:cubicBezTo>
                  <a:pt x="0" y="68278"/>
                  <a:pt x="68278" y="0"/>
                  <a:pt x="152378" y="0"/>
                </a:cubicBezTo>
                <a:close/>
              </a:path>
            </a:pathLst>
          </a:custGeom>
          <a:solidFill>
            <a:srgbClr val="2D3748"/>
          </a:solidFill>
          <a:ln w="12700">
            <a:solidFill>
              <a:srgbClr val="4FD1C5">
                <a:alpha val="30196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445500" y="2044700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>
                <a:moveTo>
                  <a:pt x="209550" y="0"/>
                </a:moveTo>
                <a:cubicBezTo>
                  <a:pt x="209550" y="-10537"/>
                  <a:pt x="201037" y="-19050"/>
                  <a:pt x="190500" y="-19050"/>
                </a:cubicBezTo>
                <a:cubicBezTo>
                  <a:pt x="179963" y="-19050"/>
                  <a:pt x="171450" y="-10537"/>
                  <a:pt x="171450" y="0"/>
                </a:cubicBezTo>
                <a:lnTo>
                  <a:pt x="171450" y="38100"/>
                </a:lnTo>
                <a:lnTo>
                  <a:pt x="114300" y="38100"/>
                </a:lnTo>
                <a:cubicBezTo>
                  <a:pt x="82748" y="38100"/>
                  <a:pt x="57150" y="63698"/>
                  <a:pt x="57150" y="95250"/>
                </a:cubicBezTo>
                <a:lnTo>
                  <a:pt x="57150" y="228600"/>
                </a:lnTo>
                <a:cubicBezTo>
                  <a:pt x="57150" y="260152"/>
                  <a:pt x="82748" y="285750"/>
                  <a:pt x="114300" y="285750"/>
                </a:cubicBezTo>
                <a:lnTo>
                  <a:pt x="266700" y="285750"/>
                </a:lnTo>
                <a:cubicBezTo>
                  <a:pt x="298252" y="285750"/>
                  <a:pt x="323850" y="260152"/>
                  <a:pt x="323850" y="228600"/>
                </a:cubicBezTo>
                <a:lnTo>
                  <a:pt x="323850" y="95250"/>
                </a:lnTo>
                <a:cubicBezTo>
                  <a:pt x="323850" y="63698"/>
                  <a:pt x="298252" y="38100"/>
                  <a:pt x="266700" y="38100"/>
                </a:cubicBezTo>
                <a:lnTo>
                  <a:pt x="209550" y="38100"/>
                </a:lnTo>
                <a:lnTo>
                  <a:pt x="209550" y="0"/>
                </a:lnTo>
                <a:close/>
                <a:moveTo>
                  <a:pt x="95250" y="219075"/>
                </a:moveTo>
                <a:cubicBezTo>
                  <a:pt x="95250" y="211157"/>
                  <a:pt x="101620" y="204787"/>
                  <a:pt x="109537" y="204787"/>
                </a:cubicBezTo>
                <a:lnTo>
                  <a:pt x="128588" y="204787"/>
                </a:lnTo>
                <a:cubicBezTo>
                  <a:pt x="136505" y="204787"/>
                  <a:pt x="142875" y="211157"/>
                  <a:pt x="142875" y="219075"/>
                </a:cubicBezTo>
                <a:cubicBezTo>
                  <a:pt x="142875" y="226993"/>
                  <a:pt x="136505" y="233363"/>
                  <a:pt x="128588" y="233363"/>
                </a:cubicBezTo>
                <a:lnTo>
                  <a:pt x="109537" y="233363"/>
                </a:lnTo>
                <a:cubicBezTo>
                  <a:pt x="101620" y="233363"/>
                  <a:pt x="95250" y="226993"/>
                  <a:pt x="95250" y="219075"/>
                </a:cubicBezTo>
                <a:close/>
                <a:moveTo>
                  <a:pt x="166688" y="219075"/>
                </a:moveTo>
                <a:cubicBezTo>
                  <a:pt x="166688" y="211157"/>
                  <a:pt x="173057" y="204787"/>
                  <a:pt x="180975" y="204787"/>
                </a:cubicBezTo>
                <a:lnTo>
                  <a:pt x="200025" y="204787"/>
                </a:lnTo>
                <a:cubicBezTo>
                  <a:pt x="207943" y="204787"/>
                  <a:pt x="214313" y="211157"/>
                  <a:pt x="214313" y="219075"/>
                </a:cubicBezTo>
                <a:cubicBezTo>
                  <a:pt x="214313" y="226993"/>
                  <a:pt x="207943" y="233363"/>
                  <a:pt x="200025" y="233363"/>
                </a:cubicBezTo>
                <a:lnTo>
                  <a:pt x="180975" y="233363"/>
                </a:lnTo>
                <a:cubicBezTo>
                  <a:pt x="173057" y="233363"/>
                  <a:pt x="166688" y="226993"/>
                  <a:pt x="166688" y="219075"/>
                </a:cubicBezTo>
                <a:close/>
                <a:moveTo>
                  <a:pt x="238125" y="219075"/>
                </a:moveTo>
                <a:cubicBezTo>
                  <a:pt x="238125" y="211157"/>
                  <a:pt x="244495" y="204787"/>
                  <a:pt x="252413" y="204787"/>
                </a:cubicBezTo>
                <a:lnTo>
                  <a:pt x="271463" y="204787"/>
                </a:lnTo>
                <a:cubicBezTo>
                  <a:pt x="279380" y="204787"/>
                  <a:pt x="285750" y="211157"/>
                  <a:pt x="285750" y="219075"/>
                </a:cubicBezTo>
                <a:cubicBezTo>
                  <a:pt x="285750" y="226993"/>
                  <a:pt x="279380" y="233363"/>
                  <a:pt x="271463" y="233363"/>
                </a:cubicBezTo>
                <a:lnTo>
                  <a:pt x="252413" y="233363"/>
                </a:lnTo>
                <a:cubicBezTo>
                  <a:pt x="244495" y="233363"/>
                  <a:pt x="238125" y="226993"/>
                  <a:pt x="238125" y="219075"/>
                </a:cubicBezTo>
                <a:close/>
                <a:moveTo>
                  <a:pt x="133350" y="104775"/>
                </a:moveTo>
                <a:cubicBezTo>
                  <a:pt x="149121" y="104775"/>
                  <a:pt x="161925" y="117579"/>
                  <a:pt x="161925" y="133350"/>
                </a:cubicBezTo>
                <a:cubicBezTo>
                  <a:pt x="161925" y="149121"/>
                  <a:pt x="149121" y="161925"/>
                  <a:pt x="133350" y="161925"/>
                </a:cubicBezTo>
                <a:cubicBezTo>
                  <a:pt x="117579" y="161925"/>
                  <a:pt x="104775" y="149121"/>
                  <a:pt x="104775" y="133350"/>
                </a:cubicBezTo>
                <a:cubicBezTo>
                  <a:pt x="104775" y="117579"/>
                  <a:pt x="117579" y="104775"/>
                  <a:pt x="133350" y="104775"/>
                </a:cubicBezTo>
                <a:close/>
                <a:moveTo>
                  <a:pt x="219075" y="133350"/>
                </a:moveTo>
                <a:cubicBezTo>
                  <a:pt x="219075" y="117579"/>
                  <a:pt x="231879" y="104775"/>
                  <a:pt x="247650" y="104775"/>
                </a:cubicBezTo>
                <a:cubicBezTo>
                  <a:pt x="263421" y="104775"/>
                  <a:pt x="276225" y="117579"/>
                  <a:pt x="276225" y="133350"/>
                </a:cubicBezTo>
                <a:cubicBezTo>
                  <a:pt x="276225" y="149121"/>
                  <a:pt x="263421" y="161925"/>
                  <a:pt x="247650" y="161925"/>
                </a:cubicBezTo>
                <a:cubicBezTo>
                  <a:pt x="231879" y="161925"/>
                  <a:pt x="219075" y="149121"/>
                  <a:pt x="219075" y="133350"/>
                </a:cubicBezTo>
                <a:close/>
                <a:moveTo>
                  <a:pt x="38100" y="133350"/>
                </a:moveTo>
                <a:cubicBezTo>
                  <a:pt x="38100" y="122813"/>
                  <a:pt x="29587" y="114300"/>
                  <a:pt x="19050" y="114300"/>
                </a:cubicBezTo>
                <a:cubicBezTo>
                  <a:pt x="8513" y="114300"/>
                  <a:pt x="0" y="122813"/>
                  <a:pt x="0" y="133350"/>
                </a:cubicBezTo>
                <a:lnTo>
                  <a:pt x="0" y="190500"/>
                </a:lnTo>
                <a:cubicBezTo>
                  <a:pt x="0" y="201037"/>
                  <a:pt x="8513" y="209550"/>
                  <a:pt x="19050" y="209550"/>
                </a:cubicBezTo>
                <a:cubicBezTo>
                  <a:pt x="29587" y="209550"/>
                  <a:pt x="38100" y="201037"/>
                  <a:pt x="38100" y="190500"/>
                </a:cubicBezTo>
                <a:lnTo>
                  <a:pt x="38100" y="133350"/>
                </a:lnTo>
                <a:close/>
                <a:moveTo>
                  <a:pt x="361950" y="114300"/>
                </a:moveTo>
                <a:cubicBezTo>
                  <a:pt x="351413" y="114300"/>
                  <a:pt x="342900" y="122813"/>
                  <a:pt x="342900" y="133350"/>
                </a:cubicBezTo>
                <a:lnTo>
                  <a:pt x="342900" y="190500"/>
                </a:lnTo>
                <a:cubicBezTo>
                  <a:pt x="342900" y="201037"/>
                  <a:pt x="351413" y="209550"/>
                  <a:pt x="361950" y="209550"/>
                </a:cubicBezTo>
                <a:cubicBezTo>
                  <a:pt x="372487" y="209550"/>
                  <a:pt x="381000" y="201037"/>
                  <a:pt x="381000" y="190500"/>
                </a:cubicBezTo>
                <a:lnTo>
                  <a:pt x="381000" y="133350"/>
                </a:lnTo>
                <a:cubicBezTo>
                  <a:pt x="381000" y="122813"/>
                  <a:pt x="372487" y="114300"/>
                  <a:pt x="361950" y="11430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36" name="Text 34"/>
          <p:cNvSpPr/>
          <p:nvPr/>
        </p:nvSpPr>
        <p:spPr>
          <a:xfrm>
            <a:off x="8826500" y="1993900"/>
            <a:ext cx="6858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 Comparison Results</a:t>
            </a:r>
            <a:endParaRPr lang="en-US" sz="1600"/>
          </a:p>
        </p:txBody>
      </p:sp>
      <p:sp>
        <p:nvSpPr>
          <p:cNvPr id="37" name="Shape 35"/>
          <p:cNvSpPr/>
          <p:nvPr/>
        </p:nvSpPr>
        <p:spPr>
          <a:xfrm>
            <a:off x="8445500" y="2552700"/>
            <a:ext cx="7086600" cy="2654300"/>
          </a:xfrm>
          <a:custGeom>
            <a:avLst/>
            <a:gdLst/>
            <a:ahLst/>
            <a:cxnLst/>
            <a:rect l="l" t="t" r="r" b="b"/>
            <a:pathLst>
              <a:path w="7086600" h="2654300">
                <a:moveTo>
                  <a:pt x="101607" y="0"/>
                </a:moveTo>
                <a:lnTo>
                  <a:pt x="6984993" y="0"/>
                </a:lnTo>
                <a:cubicBezTo>
                  <a:pt x="7041109" y="0"/>
                  <a:pt x="7086600" y="45491"/>
                  <a:pt x="7086600" y="101607"/>
                </a:cubicBezTo>
                <a:lnTo>
                  <a:pt x="7086600" y="2552693"/>
                </a:lnTo>
                <a:cubicBezTo>
                  <a:pt x="7086600" y="2608809"/>
                  <a:pt x="7041109" y="2654300"/>
                  <a:pt x="6984993" y="2654300"/>
                </a:cubicBezTo>
                <a:lnTo>
                  <a:pt x="101607" y="2654300"/>
                </a:lnTo>
                <a:cubicBezTo>
                  <a:pt x="45491" y="2654300"/>
                  <a:pt x="0" y="2608809"/>
                  <a:pt x="0" y="2552693"/>
                </a:cubicBezTo>
                <a:lnTo>
                  <a:pt x="0" y="101607"/>
                </a:lnTo>
                <a:cubicBezTo>
                  <a:pt x="0" y="45528"/>
                  <a:pt x="45528" y="0"/>
                  <a:pt x="101607" y="0"/>
                </a:cubicBezTo>
                <a:close/>
              </a:path>
            </a:pathLst>
          </a:custGeom>
          <a:solidFill>
            <a:srgbClr val="1A202C"/>
          </a:solidFill>
          <a:ln/>
        </p:spPr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45500" y="2552700"/>
          <a:ext cx="7086600" cy="2654300"/>
        </p:xfrm>
        <a:graphic>
          <a:graphicData uri="http://schemas.openxmlformats.org/drawingml/2006/table">
            <a:tbl>
              <a:tblPr/>
              <a:tblGrid>
                <a:gridCol w="1536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5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9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8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3086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>
                          <a:solidFill>
                            <a:srgbClr val="4FD1C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Model</a:t>
                      </a:r>
                      <a:endParaRPr lang="en-US" sz="16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FD1C5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u="none">
                          <a:solidFill>
                            <a:srgbClr val="4FD1C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MAE</a:t>
                      </a:r>
                      <a:endParaRPr lang="en-US" sz="16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FD1C5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u="none">
                          <a:solidFill>
                            <a:srgbClr val="4FD1C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RMSE</a:t>
                      </a:r>
                      <a:endParaRPr lang="en-US" sz="16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FD1C5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u="none">
                          <a:solidFill>
                            <a:srgbClr val="4FD1C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R²</a:t>
                      </a:r>
                      <a:endParaRPr lang="en-US" sz="16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FD1C5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u="none">
                          <a:solidFill>
                            <a:srgbClr val="4FD1C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Status</a:t>
                      </a:r>
                      <a:endParaRPr lang="en-US" sz="16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FD1C5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860">
                <a:tc>
                  <a:txBody>
                    <a:bodyPr/>
                    <a:lstStyle/>
                    <a:p>
                      <a:r>
                        <a:rPr lang="en-US" sz="1600" b="1" u="none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ARIMA</a:t>
                      </a:r>
                      <a:endParaRPr lang="en-US" sz="16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D1C5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u="none">
                          <a:solidFill>
                            <a:srgbClr val="4FD1C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1.82°C</a:t>
                      </a:r>
                      <a:endParaRPr lang="en-US" sz="18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D1C5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u="none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2.34°C</a:t>
                      </a:r>
                      <a:endParaRPr lang="en-US" sz="16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D1C5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u="none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0.8734</a:t>
                      </a:r>
                      <a:endParaRPr lang="en-US" sz="16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D1C5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u="none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BEST</a:t>
                      </a:r>
                      <a:endParaRPr lang="en-US" sz="16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D1C5">
                        <a:alpha val="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860">
                <a:tc>
                  <a:txBody>
                    <a:bodyPr/>
                    <a:lstStyle/>
                    <a:p>
                      <a:r>
                        <a:rPr lang="en-US" sz="1600" b="1" u="none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Prophet</a:t>
                      </a:r>
                      <a:endParaRPr lang="en-US" sz="16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u="none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1.95°C</a:t>
                      </a:r>
                      <a:endParaRPr lang="en-US" sz="16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u="none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2.41°C</a:t>
                      </a:r>
                      <a:endParaRPr lang="en-US" sz="16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u="none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0.8621</a:t>
                      </a:r>
                      <a:endParaRPr lang="en-US" sz="16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u="none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2nd</a:t>
                      </a:r>
                      <a:endParaRPr lang="en-US" sz="16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860">
                <a:tc>
                  <a:txBody>
                    <a:bodyPr/>
                    <a:lstStyle/>
                    <a:p>
                      <a:r>
                        <a:rPr lang="en-US" sz="1600" b="1" u="none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XGBoost</a:t>
                      </a:r>
                      <a:endParaRPr lang="en-US" sz="16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u="none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2.05°C</a:t>
                      </a:r>
                      <a:endParaRPr lang="en-US" sz="16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u="none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2.48°C</a:t>
                      </a:r>
                      <a:endParaRPr lang="en-US" sz="16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u="none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0.8515</a:t>
                      </a:r>
                      <a:endParaRPr lang="en-US" sz="16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u="none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3rd</a:t>
                      </a:r>
                      <a:endParaRPr lang="en-US" sz="16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860">
                <a:tc>
                  <a:txBody>
                    <a:bodyPr/>
                    <a:lstStyle/>
                    <a:p>
                      <a:r>
                        <a:rPr lang="en-US" sz="1600" b="1" u="none">
                          <a:solidFill>
                            <a:srgbClr val="F6AD5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Target</a:t>
                      </a:r>
                      <a:endParaRPr lang="en-US" sz="16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6AD55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u="none">
                          <a:solidFill>
                            <a:srgbClr val="F6AD5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≤ 2.0°C</a:t>
                      </a:r>
                      <a:endParaRPr lang="en-US" sz="16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6AD55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u="none">
                          <a:solidFill>
                            <a:srgbClr val="F6AD5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≤ 2.5°C</a:t>
                      </a:r>
                      <a:endParaRPr lang="en-US" sz="16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6AD55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u="none">
                          <a:solidFill>
                            <a:srgbClr val="F6AD5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≥ 0.85</a:t>
                      </a:r>
                      <a:endParaRPr lang="en-US" sz="16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6AD55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6AD55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9" name="Shape 36"/>
          <p:cNvSpPr/>
          <p:nvPr/>
        </p:nvSpPr>
        <p:spPr>
          <a:xfrm>
            <a:off x="8451850" y="6419850"/>
            <a:ext cx="3454400" cy="1638300"/>
          </a:xfrm>
          <a:custGeom>
            <a:avLst/>
            <a:gdLst/>
            <a:ahLst/>
            <a:cxnLst/>
            <a:rect l="l" t="t" r="r" b="b"/>
            <a:pathLst>
              <a:path w="3454400" h="1638300">
                <a:moveTo>
                  <a:pt x="101607" y="0"/>
                </a:moveTo>
                <a:lnTo>
                  <a:pt x="3352793" y="0"/>
                </a:lnTo>
                <a:cubicBezTo>
                  <a:pt x="3408909" y="0"/>
                  <a:pt x="3454400" y="45491"/>
                  <a:pt x="3454400" y="101607"/>
                </a:cubicBezTo>
                <a:lnTo>
                  <a:pt x="3454400" y="1536693"/>
                </a:lnTo>
                <a:cubicBezTo>
                  <a:pt x="3454400" y="1592809"/>
                  <a:pt x="3408909" y="1638300"/>
                  <a:pt x="3352793" y="1638300"/>
                </a:cubicBezTo>
                <a:lnTo>
                  <a:pt x="101607" y="1638300"/>
                </a:lnTo>
                <a:cubicBezTo>
                  <a:pt x="45491" y="1638300"/>
                  <a:pt x="0" y="1592809"/>
                  <a:pt x="0" y="1536693"/>
                </a:cubicBezTo>
                <a:lnTo>
                  <a:pt x="0" y="101607"/>
                </a:lnTo>
                <a:cubicBezTo>
                  <a:pt x="0" y="45491"/>
                  <a:pt x="45491" y="0"/>
                  <a:pt x="101607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 w="12700">
            <a:solidFill>
              <a:srgbClr val="4FD1C5">
                <a:alpha val="40000"/>
              </a:srgbClr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8642350" y="66421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41" name="Text 38"/>
          <p:cNvSpPr/>
          <p:nvPr/>
        </p:nvSpPr>
        <p:spPr>
          <a:xfrm>
            <a:off x="8997950" y="6578600"/>
            <a:ext cx="1892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Target Exceeded</a:t>
            </a:r>
            <a:endParaRPr lang="en-US" sz="1600"/>
          </a:p>
        </p:txBody>
      </p:sp>
      <p:sp>
        <p:nvSpPr>
          <p:cNvPr id="42" name="Text 39"/>
          <p:cNvSpPr/>
          <p:nvPr/>
        </p:nvSpPr>
        <p:spPr>
          <a:xfrm>
            <a:off x="8610600" y="6985000"/>
            <a:ext cx="3238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ARIMA achieves </a:t>
            </a:r>
            <a:r>
              <a:rPr lang="en-US" sz="1600" b="1">
                <a:solidFill>
                  <a:srgbClr val="4FD1C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1.82°C MAE</a:t>
            </a:r>
            <a:r>
              <a:rPr lang="en-US" sz="160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exceeding the 2°C target.</a:t>
            </a:r>
            <a:endParaRPr lang="en-US" sz="1600"/>
          </a:p>
        </p:txBody>
      </p:sp>
      <p:sp>
        <p:nvSpPr>
          <p:cNvPr id="43" name="Shape 40"/>
          <p:cNvSpPr/>
          <p:nvPr/>
        </p:nvSpPr>
        <p:spPr>
          <a:xfrm>
            <a:off x="12071350" y="6419850"/>
            <a:ext cx="3454400" cy="1638300"/>
          </a:xfrm>
          <a:custGeom>
            <a:avLst/>
            <a:gdLst/>
            <a:ahLst/>
            <a:cxnLst/>
            <a:rect l="l" t="t" r="r" b="b"/>
            <a:pathLst>
              <a:path w="3454400" h="1638300">
                <a:moveTo>
                  <a:pt x="101607" y="0"/>
                </a:moveTo>
                <a:lnTo>
                  <a:pt x="3352793" y="0"/>
                </a:lnTo>
                <a:cubicBezTo>
                  <a:pt x="3408909" y="0"/>
                  <a:pt x="3454400" y="45491"/>
                  <a:pt x="3454400" y="101607"/>
                </a:cubicBezTo>
                <a:lnTo>
                  <a:pt x="3454400" y="1536693"/>
                </a:lnTo>
                <a:cubicBezTo>
                  <a:pt x="3454400" y="1592809"/>
                  <a:pt x="3408909" y="1638300"/>
                  <a:pt x="3352793" y="1638300"/>
                </a:cubicBezTo>
                <a:lnTo>
                  <a:pt x="101607" y="1638300"/>
                </a:lnTo>
                <a:cubicBezTo>
                  <a:pt x="45491" y="1638300"/>
                  <a:pt x="0" y="1592809"/>
                  <a:pt x="0" y="1536693"/>
                </a:cubicBezTo>
                <a:lnTo>
                  <a:pt x="0" y="101607"/>
                </a:lnTo>
                <a:cubicBezTo>
                  <a:pt x="0" y="45491"/>
                  <a:pt x="45491" y="0"/>
                  <a:pt x="101607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 w="12700">
            <a:solidFill>
              <a:srgbClr val="4FD1C5">
                <a:alpha val="40000"/>
              </a:srgbClr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12276138" y="66421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85725" y="57150"/>
                </a:moveTo>
                <a:cubicBezTo>
                  <a:pt x="85725" y="33494"/>
                  <a:pt x="66519" y="14288"/>
                  <a:pt x="42863" y="14288"/>
                </a:cubicBezTo>
                <a:cubicBezTo>
                  <a:pt x="19206" y="14288"/>
                  <a:pt x="0" y="33494"/>
                  <a:pt x="0" y="57150"/>
                </a:cubicBezTo>
                <a:cubicBezTo>
                  <a:pt x="0" y="80806"/>
                  <a:pt x="19206" y="100013"/>
                  <a:pt x="42862" y="100013"/>
                </a:cubicBezTo>
                <a:cubicBezTo>
                  <a:pt x="66519" y="100013"/>
                  <a:pt x="85725" y="80806"/>
                  <a:pt x="85725" y="57150"/>
                </a:cubicBezTo>
                <a:close/>
                <a:moveTo>
                  <a:pt x="200025" y="171450"/>
                </a:moveTo>
                <a:cubicBezTo>
                  <a:pt x="200025" y="147794"/>
                  <a:pt x="180819" y="128588"/>
                  <a:pt x="157163" y="128588"/>
                </a:cubicBezTo>
                <a:cubicBezTo>
                  <a:pt x="133506" y="128588"/>
                  <a:pt x="114300" y="147794"/>
                  <a:pt x="114300" y="171450"/>
                </a:cubicBezTo>
                <a:cubicBezTo>
                  <a:pt x="114300" y="195106"/>
                  <a:pt x="133506" y="214313"/>
                  <a:pt x="157163" y="214313"/>
                </a:cubicBezTo>
                <a:cubicBezTo>
                  <a:pt x="180819" y="214313"/>
                  <a:pt x="200025" y="195106"/>
                  <a:pt x="200025" y="171450"/>
                </a:cubicBezTo>
                <a:close/>
                <a:moveTo>
                  <a:pt x="195828" y="38666"/>
                </a:moveTo>
                <a:cubicBezTo>
                  <a:pt x="201409" y="33084"/>
                  <a:pt x="201409" y="24021"/>
                  <a:pt x="195828" y="18440"/>
                </a:cubicBezTo>
                <a:cubicBezTo>
                  <a:pt x="190247" y="12859"/>
                  <a:pt x="181183" y="12859"/>
                  <a:pt x="175602" y="18440"/>
                </a:cubicBezTo>
                <a:lnTo>
                  <a:pt x="4152" y="189890"/>
                </a:lnTo>
                <a:cubicBezTo>
                  <a:pt x="-1429" y="195471"/>
                  <a:pt x="-1429" y="204534"/>
                  <a:pt x="4152" y="210116"/>
                </a:cubicBezTo>
                <a:cubicBezTo>
                  <a:pt x="9733" y="215697"/>
                  <a:pt x="18797" y="215697"/>
                  <a:pt x="24378" y="210116"/>
                </a:cubicBezTo>
                <a:lnTo>
                  <a:pt x="195828" y="38666"/>
                </a:ln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45" name="Text 42"/>
          <p:cNvSpPr/>
          <p:nvPr/>
        </p:nvSpPr>
        <p:spPr>
          <a:xfrm>
            <a:off x="12617450" y="6578600"/>
            <a:ext cx="2120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Variance Explained</a:t>
            </a:r>
            <a:endParaRPr lang="en-US" sz="1600"/>
          </a:p>
        </p:txBody>
      </p:sp>
      <p:sp>
        <p:nvSpPr>
          <p:cNvPr id="46" name="Text 43"/>
          <p:cNvSpPr/>
          <p:nvPr/>
        </p:nvSpPr>
        <p:spPr>
          <a:xfrm>
            <a:off x="12230100" y="6985000"/>
            <a:ext cx="3238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R² of </a:t>
            </a:r>
            <a:r>
              <a:rPr lang="en-US" sz="1600" b="1">
                <a:solidFill>
                  <a:srgbClr val="4FD1C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0.87</a:t>
            </a:r>
            <a:r>
              <a:rPr lang="en-US" sz="160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means the model explains 87% of temperature variance.</a:t>
            </a:r>
            <a:endParaRPr lang="en-US" sz="160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5842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60400" y="736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19050"/>
                </a:moveTo>
                <a:cubicBezTo>
                  <a:pt x="17085" y="19050"/>
                  <a:pt x="0" y="36135"/>
                  <a:pt x="0" y="57150"/>
                </a:cubicBezTo>
                <a:lnTo>
                  <a:pt x="0" y="209550"/>
                </a:lnTo>
                <a:cubicBezTo>
                  <a:pt x="0" y="230565"/>
                  <a:pt x="17085" y="247650"/>
                  <a:pt x="38100" y="247650"/>
                </a:cubicBezTo>
                <a:lnTo>
                  <a:pt x="123825" y="247650"/>
                </a:lnTo>
                <a:lnTo>
                  <a:pt x="114300" y="276225"/>
                </a:lnTo>
                <a:lnTo>
                  <a:pt x="71438" y="276225"/>
                </a:lnTo>
                <a:cubicBezTo>
                  <a:pt x="63520" y="276225"/>
                  <a:pt x="57150" y="282595"/>
                  <a:pt x="57150" y="290513"/>
                </a:cubicBezTo>
                <a:cubicBezTo>
                  <a:pt x="57150" y="298430"/>
                  <a:pt x="63520" y="304800"/>
                  <a:pt x="71438" y="304800"/>
                </a:cubicBezTo>
                <a:lnTo>
                  <a:pt x="233363" y="304800"/>
                </a:lnTo>
                <a:cubicBezTo>
                  <a:pt x="241280" y="304800"/>
                  <a:pt x="247650" y="298430"/>
                  <a:pt x="247650" y="290513"/>
                </a:cubicBezTo>
                <a:cubicBezTo>
                  <a:pt x="247650" y="282595"/>
                  <a:pt x="241280" y="276225"/>
                  <a:pt x="233363" y="276225"/>
                </a:cubicBezTo>
                <a:lnTo>
                  <a:pt x="190500" y="276225"/>
                </a:lnTo>
                <a:lnTo>
                  <a:pt x="180975" y="247650"/>
                </a:lnTo>
                <a:lnTo>
                  <a:pt x="266700" y="247650"/>
                </a:lnTo>
                <a:cubicBezTo>
                  <a:pt x="287715" y="247650"/>
                  <a:pt x="304800" y="230565"/>
                  <a:pt x="304800" y="209550"/>
                </a:cubicBezTo>
                <a:lnTo>
                  <a:pt x="304800" y="57150"/>
                </a:lnTo>
                <a:cubicBezTo>
                  <a:pt x="304800" y="36135"/>
                  <a:pt x="287715" y="19050"/>
                  <a:pt x="266700" y="19050"/>
                </a:cubicBezTo>
                <a:lnTo>
                  <a:pt x="38100" y="19050"/>
                </a:lnTo>
                <a:close/>
                <a:moveTo>
                  <a:pt x="57150" y="57150"/>
                </a:moveTo>
                <a:lnTo>
                  <a:pt x="247650" y="57150"/>
                </a:lnTo>
                <a:cubicBezTo>
                  <a:pt x="258187" y="57150"/>
                  <a:pt x="266700" y="65663"/>
                  <a:pt x="266700" y="76200"/>
                </a:cubicBezTo>
                <a:lnTo>
                  <a:pt x="266700" y="171450"/>
                </a:lnTo>
                <a:cubicBezTo>
                  <a:pt x="266700" y="181987"/>
                  <a:pt x="258187" y="190500"/>
                  <a:pt x="247650" y="190500"/>
                </a:cubicBezTo>
                <a:lnTo>
                  <a:pt x="57150" y="190500"/>
                </a:lnTo>
                <a:cubicBezTo>
                  <a:pt x="46613" y="190500"/>
                  <a:pt x="38100" y="181987"/>
                  <a:pt x="38100" y="171450"/>
                </a:cubicBezTo>
                <a:lnTo>
                  <a:pt x="38100" y="76200"/>
                </a:lnTo>
                <a:cubicBezTo>
                  <a:pt x="38100" y="65663"/>
                  <a:pt x="46613" y="57150"/>
                  <a:pt x="57150" y="5715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508000"/>
            <a:ext cx="7531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kern="0" spc="14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Live Demo Available</a:t>
            </a:r>
            <a:endParaRPr lang="en-US" sz="1600"/>
          </a:p>
        </p:txBody>
      </p:sp>
      <p:sp>
        <p:nvSpPr>
          <p:cNvPr id="5" name="Text 3"/>
          <p:cNvSpPr/>
          <p:nvPr/>
        </p:nvSpPr>
        <p:spPr>
          <a:xfrm>
            <a:off x="1270000" y="762000"/>
            <a:ext cx="7670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Interactive Dashboard Walkthrough</a:t>
            </a:r>
            <a:endParaRPr lang="en-US" sz="1600"/>
          </a:p>
        </p:txBody>
      </p:sp>
      <p:sp>
        <p:nvSpPr>
          <p:cNvPr id="6" name="Shape 4"/>
          <p:cNvSpPr/>
          <p:nvPr/>
        </p:nvSpPr>
        <p:spPr>
          <a:xfrm>
            <a:off x="508000" y="1371600"/>
            <a:ext cx="1219200" cy="50800"/>
          </a:xfrm>
          <a:custGeom>
            <a:avLst/>
            <a:gdLst/>
            <a:ahLst/>
            <a:cxnLst/>
            <a:rect l="l" t="t" r="r" b="b"/>
            <a:pathLst>
              <a:path w="1219200" h="50800">
                <a:moveTo>
                  <a:pt x="0" y="0"/>
                </a:moveTo>
                <a:lnTo>
                  <a:pt x="1219200" y="0"/>
                </a:lnTo>
                <a:lnTo>
                  <a:pt x="12192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7" name="Shape 5"/>
          <p:cNvSpPr/>
          <p:nvPr/>
        </p:nvSpPr>
        <p:spPr>
          <a:xfrm>
            <a:off x="508000" y="1524000"/>
            <a:ext cx="3352800" cy="558800"/>
          </a:xfrm>
          <a:custGeom>
            <a:avLst/>
            <a:gdLst/>
            <a:ahLst/>
            <a:cxnLst/>
            <a:rect l="l" t="t" r="r" b="b"/>
            <a:pathLst>
              <a:path w="3352800" h="558800">
                <a:moveTo>
                  <a:pt x="101601" y="0"/>
                </a:moveTo>
                <a:lnTo>
                  <a:pt x="3251199" y="0"/>
                </a:lnTo>
                <a:cubicBezTo>
                  <a:pt x="3307312" y="0"/>
                  <a:pt x="3352800" y="45488"/>
                  <a:pt x="3352800" y="101601"/>
                </a:cubicBezTo>
                <a:lnTo>
                  <a:pt x="3352800" y="457199"/>
                </a:lnTo>
                <a:cubicBezTo>
                  <a:pt x="3352800" y="513312"/>
                  <a:pt x="3307312" y="558800"/>
                  <a:pt x="3251199" y="558800"/>
                </a:cubicBezTo>
                <a:lnTo>
                  <a:pt x="101601" y="558800"/>
                </a:lnTo>
                <a:cubicBezTo>
                  <a:pt x="45488" y="558800"/>
                  <a:pt x="0" y="513312"/>
                  <a:pt x="0" y="4571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8" name="Shape 6"/>
          <p:cNvSpPr/>
          <p:nvPr/>
        </p:nvSpPr>
        <p:spPr>
          <a:xfrm>
            <a:off x="742950" y="16700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29659" y="8840"/>
                </a:moveTo>
                <a:cubicBezTo>
                  <a:pt x="131891" y="3483"/>
                  <a:pt x="137115" y="0"/>
                  <a:pt x="142875" y="0"/>
                </a:cubicBezTo>
                <a:lnTo>
                  <a:pt x="214313" y="0"/>
                </a:lnTo>
                <a:cubicBezTo>
                  <a:pt x="222215" y="0"/>
                  <a:pt x="228600" y="6385"/>
                  <a:pt x="228600" y="14288"/>
                </a:cubicBezTo>
                <a:lnTo>
                  <a:pt x="228600" y="85725"/>
                </a:lnTo>
                <a:cubicBezTo>
                  <a:pt x="228600" y="91485"/>
                  <a:pt x="225117" y="96709"/>
                  <a:pt x="219760" y="98941"/>
                </a:cubicBezTo>
                <a:cubicBezTo>
                  <a:pt x="214402" y="101173"/>
                  <a:pt x="208285" y="99923"/>
                  <a:pt x="204177" y="95860"/>
                </a:cubicBezTo>
                <a:lnTo>
                  <a:pt x="178594" y="70232"/>
                </a:lnTo>
                <a:lnTo>
                  <a:pt x="110103" y="138678"/>
                </a:lnTo>
                <a:cubicBezTo>
                  <a:pt x="104522" y="144259"/>
                  <a:pt x="95458" y="144259"/>
                  <a:pt x="89877" y="138678"/>
                </a:cubicBezTo>
                <a:cubicBezTo>
                  <a:pt x="84296" y="133097"/>
                  <a:pt x="84296" y="124033"/>
                  <a:pt x="89877" y="118452"/>
                </a:cubicBezTo>
                <a:lnTo>
                  <a:pt x="158368" y="50006"/>
                </a:lnTo>
                <a:lnTo>
                  <a:pt x="132784" y="24378"/>
                </a:lnTo>
                <a:cubicBezTo>
                  <a:pt x="128677" y="20270"/>
                  <a:pt x="127471" y="14154"/>
                  <a:pt x="129704" y="8796"/>
                </a:cubicBezTo>
                <a:close/>
                <a:moveTo>
                  <a:pt x="0" y="78581"/>
                </a:moveTo>
                <a:cubicBezTo>
                  <a:pt x="0" y="58847"/>
                  <a:pt x="15984" y="42863"/>
                  <a:pt x="35719" y="42863"/>
                </a:cubicBezTo>
                <a:lnTo>
                  <a:pt x="71438" y="42863"/>
                </a:lnTo>
                <a:cubicBezTo>
                  <a:pt x="79340" y="42863"/>
                  <a:pt x="85725" y="49247"/>
                  <a:pt x="85725" y="57150"/>
                </a:cubicBezTo>
                <a:cubicBezTo>
                  <a:pt x="85725" y="65053"/>
                  <a:pt x="79340" y="71438"/>
                  <a:pt x="71438" y="71438"/>
                </a:cubicBezTo>
                <a:lnTo>
                  <a:pt x="35719" y="71438"/>
                </a:lnTo>
                <a:cubicBezTo>
                  <a:pt x="31790" y="71438"/>
                  <a:pt x="28575" y="74652"/>
                  <a:pt x="28575" y="78581"/>
                </a:cubicBezTo>
                <a:lnTo>
                  <a:pt x="28575" y="192881"/>
                </a:lnTo>
                <a:cubicBezTo>
                  <a:pt x="28575" y="196810"/>
                  <a:pt x="31790" y="200025"/>
                  <a:pt x="35719" y="200025"/>
                </a:cubicBezTo>
                <a:lnTo>
                  <a:pt x="150019" y="200025"/>
                </a:lnTo>
                <a:cubicBezTo>
                  <a:pt x="153948" y="200025"/>
                  <a:pt x="157163" y="196810"/>
                  <a:pt x="157163" y="192881"/>
                </a:cubicBezTo>
                <a:lnTo>
                  <a:pt x="157163" y="157163"/>
                </a:lnTo>
                <a:cubicBezTo>
                  <a:pt x="157163" y="149260"/>
                  <a:pt x="163547" y="142875"/>
                  <a:pt x="171450" y="142875"/>
                </a:cubicBezTo>
                <a:cubicBezTo>
                  <a:pt x="179353" y="142875"/>
                  <a:pt x="185738" y="149260"/>
                  <a:pt x="185738" y="157163"/>
                </a:cubicBezTo>
                <a:lnTo>
                  <a:pt x="185738" y="192881"/>
                </a:lnTo>
                <a:cubicBezTo>
                  <a:pt x="185738" y="212616"/>
                  <a:pt x="169753" y="228600"/>
                  <a:pt x="150019" y="228600"/>
                </a:cubicBezTo>
                <a:lnTo>
                  <a:pt x="35719" y="228600"/>
                </a:lnTo>
                <a:cubicBezTo>
                  <a:pt x="15984" y="228600"/>
                  <a:pt x="0" y="212616"/>
                  <a:pt x="0" y="192881"/>
                </a:cubicBezTo>
                <a:lnTo>
                  <a:pt x="0" y="78581"/>
                </a:lnTo>
                <a:close/>
              </a:path>
            </a:pathLst>
          </a:custGeom>
          <a:solidFill>
            <a:srgbClr val="1A202C"/>
          </a:solidFill>
          <a:ln/>
        </p:spPr>
      </p:sp>
      <p:sp>
        <p:nvSpPr>
          <p:cNvPr id="9" name="Text 7"/>
          <p:cNvSpPr/>
          <p:nvPr/>
        </p:nvSpPr>
        <p:spPr>
          <a:xfrm>
            <a:off x="901700" y="1524000"/>
            <a:ext cx="3073400" cy="558800"/>
          </a:xfrm>
          <a:prstGeom prst="rect">
            <a:avLst/>
          </a:prstGeom>
          <a:noFill/>
          <a:ln/>
        </p:spPr>
        <p:txBody>
          <a:bodyPr wrap="square" lIns="203200" tIns="101600" rIns="203200" bIns="101600" rtlCol="0" anchor="ctr"/>
          <a:lstStyle/>
          <a:p>
            <a:pPr>
              <a:lnSpc>
                <a:spcPct val="130000"/>
              </a:lnSpc>
            </a:pPr>
            <a:r>
              <a:rPr lang="en-US" sz="1800" b="1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weather-iot.duckdns.org</a:t>
            </a:r>
            <a:endParaRPr lang="en-US" sz="1600"/>
          </a:p>
        </p:txBody>
      </p:sp>
      <p:sp>
        <p:nvSpPr>
          <p:cNvPr id="10" name="Shape 8"/>
          <p:cNvSpPr/>
          <p:nvPr/>
        </p:nvSpPr>
        <p:spPr>
          <a:xfrm>
            <a:off x="514350" y="2292350"/>
            <a:ext cx="3683000" cy="3822700"/>
          </a:xfrm>
          <a:custGeom>
            <a:avLst/>
            <a:gdLst/>
            <a:ahLst/>
            <a:cxnLst/>
            <a:rect l="l" t="t" r="r" b="b"/>
            <a:pathLst>
              <a:path w="3683000" h="3822700">
                <a:moveTo>
                  <a:pt x="152403" y="0"/>
                </a:moveTo>
                <a:lnTo>
                  <a:pt x="3530597" y="0"/>
                </a:lnTo>
                <a:cubicBezTo>
                  <a:pt x="3614767" y="0"/>
                  <a:pt x="3683000" y="68233"/>
                  <a:pt x="3683000" y="152403"/>
                </a:cubicBezTo>
                <a:lnTo>
                  <a:pt x="3683000" y="3670297"/>
                </a:lnTo>
                <a:cubicBezTo>
                  <a:pt x="3683000" y="3754467"/>
                  <a:pt x="3614767" y="3822700"/>
                  <a:pt x="3530597" y="3822700"/>
                </a:cubicBezTo>
                <a:lnTo>
                  <a:pt x="152403" y="3822700"/>
                </a:lnTo>
                <a:cubicBezTo>
                  <a:pt x="68233" y="3822700"/>
                  <a:pt x="0" y="3754467"/>
                  <a:pt x="0" y="3670297"/>
                </a:cubicBezTo>
                <a:lnTo>
                  <a:pt x="0" y="152403"/>
                </a:lnTo>
                <a:cubicBezTo>
                  <a:pt x="0" y="68289"/>
                  <a:pt x="68289" y="0"/>
                  <a:pt x="152403" y="0"/>
                </a:cubicBezTo>
                <a:close/>
              </a:path>
            </a:pathLst>
          </a:custGeom>
          <a:gradFill flip="none" rotWithShape="1">
            <a:gsLst>
              <a:gs pos="0">
                <a:srgbClr val="4FD1C5">
                  <a:alpha val="20000"/>
                </a:srgbClr>
              </a:gs>
              <a:gs pos="100000">
                <a:srgbClr val="2D3748"/>
              </a:gs>
            </a:gsLst>
            <a:lin ang="2700000" scaled="1"/>
          </a:gradFill>
          <a:ln w="12700">
            <a:solidFill>
              <a:srgbClr val="4FD1C5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3100" y="24511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4FD1C5">
              <a:alpha val="30196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00100" y="25781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74575" y="138906"/>
                </a:moveTo>
                <a:lnTo>
                  <a:pt x="79871" y="138906"/>
                </a:lnTo>
                <a:cubicBezTo>
                  <a:pt x="81310" y="170904"/>
                  <a:pt x="88404" y="200372"/>
                  <a:pt x="98475" y="221952"/>
                </a:cubicBezTo>
                <a:cubicBezTo>
                  <a:pt x="104130" y="234107"/>
                  <a:pt x="110232" y="242689"/>
                  <a:pt x="115888" y="247948"/>
                </a:cubicBezTo>
                <a:cubicBezTo>
                  <a:pt x="121444" y="253157"/>
                  <a:pt x="125264" y="254000"/>
                  <a:pt x="127248" y="254000"/>
                </a:cubicBezTo>
                <a:cubicBezTo>
                  <a:pt x="129232" y="254000"/>
                  <a:pt x="133052" y="253157"/>
                  <a:pt x="138609" y="247948"/>
                </a:cubicBezTo>
                <a:cubicBezTo>
                  <a:pt x="144264" y="242689"/>
                  <a:pt x="150366" y="234057"/>
                  <a:pt x="156021" y="221952"/>
                </a:cubicBezTo>
                <a:cubicBezTo>
                  <a:pt x="166092" y="200372"/>
                  <a:pt x="173186" y="170904"/>
                  <a:pt x="174625" y="138906"/>
                </a:cubicBezTo>
                <a:close/>
                <a:moveTo>
                  <a:pt x="79821" y="115094"/>
                </a:moveTo>
                <a:lnTo>
                  <a:pt x="174526" y="115094"/>
                </a:lnTo>
                <a:cubicBezTo>
                  <a:pt x="173137" y="83096"/>
                  <a:pt x="166043" y="53628"/>
                  <a:pt x="155972" y="32048"/>
                </a:cubicBezTo>
                <a:cubicBezTo>
                  <a:pt x="150316" y="19943"/>
                  <a:pt x="144214" y="11311"/>
                  <a:pt x="138559" y="6052"/>
                </a:cubicBezTo>
                <a:cubicBezTo>
                  <a:pt x="133003" y="843"/>
                  <a:pt x="129183" y="0"/>
                  <a:pt x="127198" y="0"/>
                </a:cubicBezTo>
                <a:cubicBezTo>
                  <a:pt x="125214" y="0"/>
                  <a:pt x="121394" y="843"/>
                  <a:pt x="115838" y="6052"/>
                </a:cubicBezTo>
                <a:cubicBezTo>
                  <a:pt x="110182" y="11311"/>
                  <a:pt x="104080" y="19943"/>
                  <a:pt x="98425" y="32048"/>
                </a:cubicBezTo>
                <a:cubicBezTo>
                  <a:pt x="88354" y="53628"/>
                  <a:pt x="81260" y="83096"/>
                  <a:pt x="79821" y="115094"/>
                </a:cubicBezTo>
                <a:close/>
                <a:moveTo>
                  <a:pt x="56009" y="115094"/>
                </a:moveTo>
                <a:cubicBezTo>
                  <a:pt x="57745" y="72628"/>
                  <a:pt x="68709" y="33189"/>
                  <a:pt x="84733" y="7293"/>
                </a:cubicBezTo>
                <a:cubicBezTo>
                  <a:pt x="39043" y="23465"/>
                  <a:pt x="5407" y="65088"/>
                  <a:pt x="744" y="115094"/>
                </a:cubicBezTo>
                <a:lnTo>
                  <a:pt x="56009" y="115094"/>
                </a:lnTo>
                <a:close/>
                <a:moveTo>
                  <a:pt x="744" y="138906"/>
                </a:moveTo>
                <a:cubicBezTo>
                  <a:pt x="5407" y="188913"/>
                  <a:pt x="39043" y="230535"/>
                  <a:pt x="84733" y="246707"/>
                </a:cubicBezTo>
                <a:cubicBezTo>
                  <a:pt x="68709" y="220811"/>
                  <a:pt x="57745" y="181372"/>
                  <a:pt x="56009" y="138906"/>
                </a:cubicBezTo>
                <a:lnTo>
                  <a:pt x="744" y="138906"/>
                </a:lnTo>
                <a:close/>
                <a:moveTo>
                  <a:pt x="198388" y="138906"/>
                </a:moveTo>
                <a:cubicBezTo>
                  <a:pt x="196652" y="181372"/>
                  <a:pt x="185688" y="220811"/>
                  <a:pt x="169664" y="246707"/>
                </a:cubicBezTo>
                <a:cubicBezTo>
                  <a:pt x="215354" y="230485"/>
                  <a:pt x="248989" y="188913"/>
                  <a:pt x="253653" y="138906"/>
                </a:cubicBezTo>
                <a:lnTo>
                  <a:pt x="198388" y="138906"/>
                </a:lnTo>
                <a:close/>
                <a:moveTo>
                  <a:pt x="253653" y="115094"/>
                </a:moveTo>
                <a:cubicBezTo>
                  <a:pt x="248989" y="65088"/>
                  <a:pt x="215354" y="23465"/>
                  <a:pt x="169664" y="7293"/>
                </a:cubicBezTo>
                <a:cubicBezTo>
                  <a:pt x="185688" y="33189"/>
                  <a:pt x="196652" y="72628"/>
                  <a:pt x="198388" y="115094"/>
                </a:cubicBezTo>
                <a:lnTo>
                  <a:pt x="253653" y="115094"/>
                </a:ln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13" name="Text 11"/>
          <p:cNvSpPr/>
          <p:nvPr/>
        </p:nvSpPr>
        <p:spPr>
          <a:xfrm>
            <a:off x="1333500" y="2527300"/>
            <a:ext cx="1955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Tab 1: Overview</a:t>
            </a:r>
            <a:endParaRPr lang="en-US" sz="1600"/>
          </a:p>
        </p:txBody>
      </p:sp>
      <p:sp>
        <p:nvSpPr>
          <p:cNvPr id="14" name="Shape 12"/>
          <p:cNvSpPr/>
          <p:nvPr/>
        </p:nvSpPr>
        <p:spPr>
          <a:xfrm>
            <a:off x="679450" y="31369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15" name="Text 13"/>
          <p:cNvSpPr/>
          <p:nvPr/>
        </p:nvSpPr>
        <p:spPr>
          <a:xfrm>
            <a:off x="939800" y="3060700"/>
            <a:ext cx="31877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metric cards showing current temp, min/max, humidity</a:t>
            </a:r>
            <a:endParaRPr lang="en-US" sz="1600"/>
          </a:p>
        </p:txBody>
      </p:sp>
      <p:sp>
        <p:nvSpPr>
          <p:cNvPr id="16" name="Shape 14"/>
          <p:cNvSpPr/>
          <p:nvPr/>
        </p:nvSpPr>
        <p:spPr>
          <a:xfrm>
            <a:off x="679450" y="36957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17" name="Text 15"/>
          <p:cNvSpPr/>
          <p:nvPr/>
        </p:nvSpPr>
        <p:spPr>
          <a:xfrm>
            <a:off x="939800" y="3619500"/>
            <a:ext cx="31877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Interactive global temperature heatmap with hover details</a:t>
            </a:r>
            <a:endParaRPr lang="en-US" sz="1600"/>
          </a:p>
        </p:txBody>
      </p:sp>
      <p:sp>
        <p:nvSpPr>
          <p:cNvPr id="18" name="Shape 16"/>
          <p:cNvSpPr/>
          <p:nvPr/>
        </p:nvSpPr>
        <p:spPr>
          <a:xfrm>
            <a:off x="679450" y="42545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19" name="Text 17"/>
          <p:cNvSpPr/>
          <p:nvPr/>
        </p:nvSpPr>
        <p:spPr>
          <a:xfrm>
            <a:off x="939800" y="4178300"/>
            <a:ext cx="31877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Comprehensive city summary table with sortable columns</a:t>
            </a:r>
            <a:endParaRPr lang="en-US" sz="1600"/>
          </a:p>
        </p:txBody>
      </p:sp>
      <p:sp>
        <p:nvSpPr>
          <p:cNvPr id="20" name="Shape 18"/>
          <p:cNvSpPr/>
          <p:nvPr/>
        </p:nvSpPr>
        <p:spPr>
          <a:xfrm>
            <a:off x="673100" y="4787900"/>
            <a:ext cx="3365500" cy="609600"/>
          </a:xfrm>
          <a:custGeom>
            <a:avLst/>
            <a:gdLst/>
            <a:ahLst/>
            <a:cxnLst/>
            <a:rect l="l" t="t" r="r" b="b"/>
            <a:pathLst>
              <a:path w="3365500" h="609600">
                <a:moveTo>
                  <a:pt x="101602" y="0"/>
                </a:moveTo>
                <a:lnTo>
                  <a:pt x="3263898" y="0"/>
                </a:lnTo>
                <a:cubicBezTo>
                  <a:pt x="3320011" y="0"/>
                  <a:pt x="3365500" y="45489"/>
                  <a:pt x="3365500" y="101602"/>
                </a:cubicBezTo>
                <a:lnTo>
                  <a:pt x="3365500" y="507998"/>
                </a:lnTo>
                <a:cubicBezTo>
                  <a:pt x="3365500" y="564111"/>
                  <a:pt x="3320011" y="609600"/>
                  <a:pt x="32638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1A202C"/>
          </a:solidFill>
          <a:ln/>
        </p:spPr>
      </p:sp>
      <p:sp>
        <p:nvSpPr>
          <p:cNvPr id="21" name="Text 19"/>
          <p:cNvSpPr/>
          <p:nvPr/>
        </p:nvSpPr>
        <p:spPr>
          <a:xfrm>
            <a:off x="774700" y="4889500"/>
            <a:ext cx="32385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>
                <a:solidFill>
                  <a:srgbClr val="4FD1C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Case:</a:t>
            </a:r>
            <a:r>
              <a:rPr lang="en-US" sz="120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Quick overview of current conditions worldwide</a:t>
            </a:r>
            <a:endParaRPr lang="en-US" sz="1600"/>
          </a:p>
        </p:txBody>
      </p:sp>
      <p:sp>
        <p:nvSpPr>
          <p:cNvPr id="22" name="Shape 20"/>
          <p:cNvSpPr/>
          <p:nvPr/>
        </p:nvSpPr>
        <p:spPr>
          <a:xfrm>
            <a:off x="4362450" y="2292350"/>
            <a:ext cx="3683000" cy="3822700"/>
          </a:xfrm>
          <a:custGeom>
            <a:avLst/>
            <a:gdLst/>
            <a:ahLst/>
            <a:cxnLst/>
            <a:rect l="l" t="t" r="r" b="b"/>
            <a:pathLst>
              <a:path w="3683000" h="3822700">
                <a:moveTo>
                  <a:pt x="152403" y="0"/>
                </a:moveTo>
                <a:lnTo>
                  <a:pt x="3530597" y="0"/>
                </a:lnTo>
                <a:cubicBezTo>
                  <a:pt x="3614767" y="0"/>
                  <a:pt x="3683000" y="68233"/>
                  <a:pt x="3683000" y="152403"/>
                </a:cubicBezTo>
                <a:lnTo>
                  <a:pt x="3683000" y="3670297"/>
                </a:lnTo>
                <a:cubicBezTo>
                  <a:pt x="3683000" y="3754467"/>
                  <a:pt x="3614767" y="3822700"/>
                  <a:pt x="3530597" y="3822700"/>
                </a:cubicBezTo>
                <a:lnTo>
                  <a:pt x="152403" y="3822700"/>
                </a:lnTo>
                <a:cubicBezTo>
                  <a:pt x="68233" y="3822700"/>
                  <a:pt x="0" y="3754467"/>
                  <a:pt x="0" y="3670297"/>
                </a:cubicBezTo>
                <a:lnTo>
                  <a:pt x="0" y="152403"/>
                </a:lnTo>
                <a:cubicBezTo>
                  <a:pt x="0" y="68289"/>
                  <a:pt x="68289" y="0"/>
                  <a:pt x="152403" y="0"/>
                </a:cubicBezTo>
                <a:close/>
              </a:path>
            </a:pathLst>
          </a:custGeom>
          <a:gradFill flip="none" rotWithShape="1">
            <a:gsLst>
              <a:gs pos="0">
                <a:srgbClr val="F6AD55">
                  <a:alpha val="20000"/>
                </a:srgbClr>
              </a:gs>
              <a:gs pos="100000">
                <a:srgbClr val="2D3748"/>
              </a:gs>
            </a:gsLst>
            <a:lin ang="2700000" scaled="1"/>
          </a:gradFill>
          <a:ln w="12700">
            <a:solidFill>
              <a:srgbClr val="F6AD55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21200" y="24511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F6AD55">
              <a:alpha val="30196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648200" y="25781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31750" y="31750"/>
                </a:moveTo>
                <a:cubicBezTo>
                  <a:pt x="31750" y="22969"/>
                  <a:pt x="24656" y="15875"/>
                  <a:pt x="15875" y="15875"/>
                </a:cubicBezTo>
                <a:cubicBezTo>
                  <a:pt x="7094" y="15875"/>
                  <a:pt x="0" y="22969"/>
                  <a:pt x="0" y="31750"/>
                </a:cubicBezTo>
                <a:lnTo>
                  <a:pt x="0" y="198438"/>
                </a:lnTo>
                <a:cubicBezTo>
                  <a:pt x="0" y="220365"/>
                  <a:pt x="17760" y="238125"/>
                  <a:pt x="39688" y="238125"/>
                </a:cubicBezTo>
                <a:lnTo>
                  <a:pt x="238125" y="238125"/>
                </a:lnTo>
                <a:cubicBezTo>
                  <a:pt x="246906" y="238125"/>
                  <a:pt x="254000" y="231031"/>
                  <a:pt x="254000" y="222250"/>
                </a:cubicBezTo>
                <a:cubicBezTo>
                  <a:pt x="254000" y="213469"/>
                  <a:pt x="246906" y="206375"/>
                  <a:pt x="238125" y="206375"/>
                </a:cubicBezTo>
                <a:lnTo>
                  <a:pt x="39688" y="206375"/>
                </a:lnTo>
                <a:cubicBezTo>
                  <a:pt x="35322" y="206375"/>
                  <a:pt x="31750" y="202803"/>
                  <a:pt x="31750" y="198438"/>
                </a:cubicBezTo>
                <a:lnTo>
                  <a:pt x="31750" y="31750"/>
                </a:lnTo>
                <a:close/>
                <a:moveTo>
                  <a:pt x="233462" y="74712"/>
                </a:moveTo>
                <a:cubicBezTo>
                  <a:pt x="239663" y="68511"/>
                  <a:pt x="239663" y="58440"/>
                  <a:pt x="233462" y="52239"/>
                </a:cubicBezTo>
                <a:cubicBezTo>
                  <a:pt x="227261" y="46037"/>
                  <a:pt x="217190" y="46037"/>
                  <a:pt x="210989" y="52239"/>
                </a:cubicBezTo>
                <a:lnTo>
                  <a:pt x="158750" y="104527"/>
                </a:lnTo>
                <a:lnTo>
                  <a:pt x="130274" y="76101"/>
                </a:lnTo>
                <a:cubicBezTo>
                  <a:pt x="124073" y="69900"/>
                  <a:pt x="114002" y="69900"/>
                  <a:pt x="107801" y="76101"/>
                </a:cubicBezTo>
                <a:lnTo>
                  <a:pt x="60176" y="123726"/>
                </a:lnTo>
                <a:cubicBezTo>
                  <a:pt x="53975" y="129927"/>
                  <a:pt x="53975" y="139998"/>
                  <a:pt x="60176" y="146199"/>
                </a:cubicBezTo>
                <a:cubicBezTo>
                  <a:pt x="66377" y="152400"/>
                  <a:pt x="76448" y="152400"/>
                  <a:pt x="82649" y="146199"/>
                </a:cubicBezTo>
                <a:lnTo>
                  <a:pt x="119063" y="109786"/>
                </a:lnTo>
                <a:lnTo>
                  <a:pt x="147538" y="138261"/>
                </a:lnTo>
                <a:cubicBezTo>
                  <a:pt x="153739" y="144463"/>
                  <a:pt x="163810" y="144463"/>
                  <a:pt x="170011" y="138261"/>
                </a:cubicBezTo>
                <a:lnTo>
                  <a:pt x="233511" y="74761"/>
                </a:ln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25" name="Text 23"/>
          <p:cNvSpPr/>
          <p:nvPr/>
        </p:nvSpPr>
        <p:spPr>
          <a:xfrm>
            <a:off x="5181600" y="2527300"/>
            <a:ext cx="1714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Tab 2: Trends</a:t>
            </a:r>
            <a:endParaRPr lang="en-US" sz="1600"/>
          </a:p>
        </p:txBody>
      </p:sp>
      <p:sp>
        <p:nvSpPr>
          <p:cNvPr id="26" name="Shape 24"/>
          <p:cNvSpPr/>
          <p:nvPr/>
        </p:nvSpPr>
        <p:spPr>
          <a:xfrm>
            <a:off x="4527550" y="31369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27" name="Text 25"/>
          <p:cNvSpPr/>
          <p:nvPr/>
        </p:nvSpPr>
        <p:spPr>
          <a:xfrm>
            <a:off x="4787900" y="3060700"/>
            <a:ext cx="31877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Multi-city temperature line charts for comparison</a:t>
            </a:r>
            <a:endParaRPr lang="en-US" sz="1600"/>
          </a:p>
        </p:txBody>
      </p:sp>
      <p:sp>
        <p:nvSpPr>
          <p:cNvPr id="28" name="Shape 26"/>
          <p:cNvSpPr/>
          <p:nvPr/>
        </p:nvSpPr>
        <p:spPr>
          <a:xfrm>
            <a:off x="4527550" y="36957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29" name="Text 27"/>
          <p:cNvSpPr/>
          <p:nvPr/>
        </p:nvSpPr>
        <p:spPr>
          <a:xfrm>
            <a:off x="4787900" y="3619500"/>
            <a:ext cx="31877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Humidity trends with moving averages (7/30/90 days)</a:t>
            </a:r>
            <a:endParaRPr lang="en-US" sz="1600"/>
          </a:p>
        </p:txBody>
      </p:sp>
      <p:sp>
        <p:nvSpPr>
          <p:cNvPr id="30" name="Shape 28"/>
          <p:cNvSpPr/>
          <p:nvPr/>
        </p:nvSpPr>
        <p:spPr>
          <a:xfrm>
            <a:off x="4527550" y="42545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31" name="Text 29"/>
          <p:cNvSpPr/>
          <p:nvPr/>
        </p:nvSpPr>
        <p:spPr>
          <a:xfrm>
            <a:off x="4787900" y="4178300"/>
            <a:ext cx="31877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Correlation heatmaps between weather variables</a:t>
            </a:r>
            <a:endParaRPr lang="en-US" sz="1600"/>
          </a:p>
        </p:txBody>
      </p:sp>
      <p:sp>
        <p:nvSpPr>
          <p:cNvPr id="32" name="Shape 30"/>
          <p:cNvSpPr/>
          <p:nvPr/>
        </p:nvSpPr>
        <p:spPr>
          <a:xfrm>
            <a:off x="4533900" y="48133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33" name="Text 31"/>
          <p:cNvSpPr/>
          <p:nvPr/>
        </p:nvSpPr>
        <p:spPr>
          <a:xfrm>
            <a:off x="4803140" y="4737100"/>
            <a:ext cx="3175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Seasonal pattern visualization across years</a:t>
            </a:r>
            <a:endParaRPr lang="en-US" sz="1600"/>
          </a:p>
        </p:txBody>
      </p:sp>
      <p:sp>
        <p:nvSpPr>
          <p:cNvPr id="34" name="Shape 32"/>
          <p:cNvSpPr/>
          <p:nvPr/>
        </p:nvSpPr>
        <p:spPr>
          <a:xfrm>
            <a:off x="4521200" y="5346700"/>
            <a:ext cx="3365500" cy="609600"/>
          </a:xfrm>
          <a:custGeom>
            <a:avLst/>
            <a:gdLst/>
            <a:ahLst/>
            <a:cxnLst/>
            <a:rect l="l" t="t" r="r" b="b"/>
            <a:pathLst>
              <a:path w="3365500" h="609600">
                <a:moveTo>
                  <a:pt x="101602" y="0"/>
                </a:moveTo>
                <a:lnTo>
                  <a:pt x="3263898" y="0"/>
                </a:lnTo>
                <a:cubicBezTo>
                  <a:pt x="3320011" y="0"/>
                  <a:pt x="3365500" y="45489"/>
                  <a:pt x="3365500" y="101602"/>
                </a:cubicBezTo>
                <a:lnTo>
                  <a:pt x="3365500" y="507998"/>
                </a:lnTo>
                <a:cubicBezTo>
                  <a:pt x="3365500" y="564111"/>
                  <a:pt x="3320011" y="609600"/>
                  <a:pt x="32638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1A202C"/>
          </a:solidFill>
          <a:ln/>
        </p:spPr>
      </p:sp>
      <p:sp>
        <p:nvSpPr>
          <p:cNvPr id="35" name="Text 33"/>
          <p:cNvSpPr/>
          <p:nvPr/>
        </p:nvSpPr>
        <p:spPr>
          <a:xfrm>
            <a:off x="4622800" y="5448300"/>
            <a:ext cx="32385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>
                <a:solidFill>
                  <a:srgbClr val="F6AD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Case:</a:t>
            </a:r>
            <a:r>
              <a:rPr lang="en-US" sz="120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Historical analysis and trend identification</a:t>
            </a:r>
            <a:endParaRPr lang="en-US" sz="1600"/>
          </a:p>
        </p:txBody>
      </p:sp>
      <p:sp>
        <p:nvSpPr>
          <p:cNvPr id="36" name="Shape 34"/>
          <p:cNvSpPr/>
          <p:nvPr/>
        </p:nvSpPr>
        <p:spPr>
          <a:xfrm>
            <a:off x="8210550" y="2292350"/>
            <a:ext cx="3683000" cy="3822700"/>
          </a:xfrm>
          <a:custGeom>
            <a:avLst/>
            <a:gdLst/>
            <a:ahLst/>
            <a:cxnLst/>
            <a:rect l="l" t="t" r="r" b="b"/>
            <a:pathLst>
              <a:path w="3683000" h="3822700">
                <a:moveTo>
                  <a:pt x="152403" y="0"/>
                </a:moveTo>
                <a:lnTo>
                  <a:pt x="3530597" y="0"/>
                </a:lnTo>
                <a:cubicBezTo>
                  <a:pt x="3614767" y="0"/>
                  <a:pt x="3683000" y="68233"/>
                  <a:pt x="3683000" y="152403"/>
                </a:cubicBezTo>
                <a:lnTo>
                  <a:pt x="3683000" y="3670297"/>
                </a:lnTo>
                <a:cubicBezTo>
                  <a:pt x="3683000" y="3754467"/>
                  <a:pt x="3614767" y="3822700"/>
                  <a:pt x="3530597" y="3822700"/>
                </a:cubicBezTo>
                <a:lnTo>
                  <a:pt x="152403" y="3822700"/>
                </a:lnTo>
                <a:cubicBezTo>
                  <a:pt x="68233" y="3822700"/>
                  <a:pt x="0" y="3754467"/>
                  <a:pt x="0" y="3670297"/>
                </a:cubicBezTo>
                <a:lnTo>
                  <a:pt x="0" y="152403"/>
                </a:lnTo>
                <a:cubicBezTo>
                  <a:pt x="0" y="68289"/>
                  <a:pt x="68289" y="0"/>
                  <a:pt x="152403" y="0"/>
                </a:cubicBezTo>
                <a:close/>
              </a:path>
            </a:pathLst>
          </a:custGeom>
          <a:gradFill flip="none" rotWithShape="1">
            <a:gsLst>
              <a:gs pos="0">
                <a:srgbClr val="4FD1C5">
                  <a:alpha val="20000"/>
                </a:srgbClr>
              </a:gs>
              <a:gs pos="100000">
                <a:srgbClr val="2D3748"/>
              </a:gs>
            </a:gsLst>
            <a:lin ang="2700000" scaled="1"/>
          </a:gradFill>
          <a:ln w="12700">
            <a:solidFill>
              <a:srgbClr val="4FD1C5">
                <a:alpha val="4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369300" y="24511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4FD1C5">
              <a:alpha val="30196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8496300" y="25781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32693" y="113357"/>
                </a:moveTo>
                <a:cubicBezTo>
                  <a:pt x="39291" y="67221"/>
                  <a:pt x="79028" y="31750"/>
                  <a:pt x="127000" y="31750"/>
                </a:cubicBezTo>
                <a:cubicBezTo>
                  <a:pt x="153293" y="31750"/>
                  <a:pt x="177105" y="42416"/>
                  <a:pt x="194370" y="59630"/>
                </a:cubicBezTo>
                <a:cubicBezTo>
                  <a:pt x="194469" y="59730"/>
                  <a:pt x="194568" y="59829"/>
                  <a:pt x="194667" y="59928"/>
                </a:cubicBezTo>
                <a:lnTo>
                  <a:pt x="198438" y="63500"/>
                </a:lnTo>
                <a:lnTo>
                  <a:pt x="174675" y="63500"/>
                </a:lnTo>
                <a:cubicBezTo>
                  <a:pt x="165894" y="63500"/>
                  <a:pt x="158800" y="70594"/>
                  <a:pt x="158800" y="79375"/>
                </a:cubicBezTo>
                <a:cubicBezTo>
                  <a:pt x="158800" y="88156"/>
                  <a:pt x="165894" y="95250"/>
                  <a:pt x="174675" y="95250"/>
                </a:cubicBezTo>
                <a:lnTo>
                  <a:pt x="238175" y="95250"/>
                </a:lnTo>
                <a:cubicBezTo>
                  <a:pt x="246955" y="95250"/>
                  <a:pt x="254050" y="88156"/>
                  <a:pt x="254050" y="79375"/>
                </a:cubicBezTo>
                <a:lnTo>
                  <a:pt x="254050" y="15875"/>
                </a:lnTo>
                <a:cubicBezTo>
                  <a:pt x="254050" y="7094"/>
                  <a:pt x="246955" y="0"/>
                  <a:pt x="238175" y="0"/>
                </a:cubicBezTo>
                <a:cubicBezTo>
                  <a:pt x="229394" y="0"/>
                  <a:pt x="222300" y="7094"/>
                  <a:pt x="222300" y="15875"/>
                </a:cubicBezTo>
                <a:lnTo>
                  <a:pt x="222300" y="42366"/>
                </a:lnTo>
                <a:lnTo>
                  <a:pt x="216694" y="37058"/>
                </a:lnTo>
                <a:cubicBezTo>
                  <a:pt x="193725" y="14188"/>
                  <a:pt x="161975" y="0"/>
                  <a:pt x="127000" y="0"/>
                </a:cubicBezTo>
                <a:cubicBezTo>
                  <a:pt x="63004" y="0"/>
                  <a:pt x="10071" y="47327"/>
                  <a:pt x="1290" y="108893"/>
                </a:cubicBezTo>
                <a:cubicBezTo>
                  <a:pt x="50" y="117574"/>
                  <a:pt x="6052" y="125611"/>
                  <a:pt x="14734" y="126851"/>
                </a:cubicBezTo>
                <a:cubicBezTo>
                  <a:pt x="23416" y="128091"/>
                  <a:pt x="31452" y="122039"/>
                  <a:pt x="32693" y="113407"/>
                </a:cubicBezTo>
                <a:close/>
                <a:moveTo>
                  <a:pt x="252710" y="145107"/>
                </a:moveTo>
                <a:cubicBezTo>
                  <a:pt x="253950" y="136426"/>
                  <a:pt x="247898" y="128389"/>
                  <a:pt x="239266" y="127149"/>
                </a:cubicBezTo>
                <a:cubicBezTo>
                  <a:pt x="230634" y="125909"/>
                  <a:pt x="222548" y="131961"/>
                  <a:pt x="221307" y="140593"/>
                </a:cubicBezTo>
                <a:cubicBezTo>
                  <a:pt x="214709" y="186730"/>
                  <a:pt x="174972" y="222200"/>
                  <a:pt x="127000" y="222200"/>
                </a:cubicBezTo>
                <a:cubicBezTo>
                  <a:pt x="100707" y="222200"/>
                  <a:pt x="76895" y="211534"/>
                  <a:pt x="59630" y="194320"/>
                </a:cubicBezTo>
                <a:cubicBezTo>
                  <a:pt x="59531" y="194221"/>
                  <a:pt x="59432" y="194121"/>
                  <a:pt x="59333" y="194022"/>
                </a:cubicBezTo>
                <a:lnTo>
                  <a:pt x="55562" y="190450"/>
                </a:lnTo>
                <a:lnTo>
                  <a:pt x="79325" y="190450"/>
                </a:lnTo>
                <a:cubicBezTo>
                  <a:pt x="88106" y="190450"/>
                  <a:pt x="95200" y="183356"/>
                  <a:pt x="95200" y="174575"/>
                </a:cubicBezTo>
                <a:cubicBezTo>
                  <a:pt x="95200" y="165795"/>
                  <a:pt x="88106" y="158700"/>
                  <a:pt x="79325" y="158700"/>
                </a:cubicBezTo>
                <a:lnTo>
                  <a:pt x="15875" y="158750"/>
                </a:lnTo>
                <a:cubicBezTo>
                  <a:pt x="11658" y="158750"/>
                  <a:pt x="7590" y="160437"/>
                  <a:pt x="4614" y="163463"/>
                </a:cubicBezTo>
                <a:cubicBezTo>
                  <a:pt x="1637" y="166489"/>
                  <a:pt x="-50" y="170507"/>
                  <a:pt x="0" y="174774"/>
                </a:cubicBezTo>
                <a:lnTo>
                  <a:pt x="496" y="237778"/>
                </a:lnTo>
                <a:cubicBezTo>
                  <a:pt x="546" y="246559"/>
                  <a:pt x="7739" y="253603"/>
                  <a:pt x="16520" y="253504"/>
                </a:cubicBezTo>
                <a:cubicBezTo>
                  <a:pt x="25301" y="253405"/>
                  <a:pt x="32345" y="246261"/>
                  <a:pt x="32246" y="237480"/>
                </a:cubicBezTo>
                <a:lnTo>
                  <a:pt x="32048" y="211931"/>
                </a:lnTo>
                <a:lnTo>
                  <a:pt x="37356" y="216942"/>
                </a:lnTo>
                <a:cubicBezTo>
                  <a:pt x="60325" y="239812"/>
                  <a:pt x="92025" y="254000"/>
                  <a:pt x="127000" y="254000"/>
                </a:cubicBezTo>
                <a:cubicBezTo>
                  <a:pt x="190996" y="254000"/>
                  <a:pt x="243929" y="206673"/>
                  <a:pt x="252710" y="145107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39" name="Text 37"/>
          <p:cNvSpPr/>
          <p:nvPr/>
        </p:nvSpPr>
        <p:spPr>
          <a:xfrm>
            <a:off x="9029700" y="2527300"/>
            <a:ext cx="2057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Tab 3: Forecasts</a:t>
            </a:r>
            <a:endParaRPr lang="en-US" sz="1600"/>
          </a:p>
        </p:txBody>
      </p:sp>
      <p:sp>
        <p:nvSpPr>
          <p:cNvPr id="40" name="Shape 38"/>
          <p:cNvSpPr/>
          <p:nvPr/>
        </p:nvSpPr>
        <p:spPr>
          <a:xfrm>
            <a:off x="8375650" y="31369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41" name="Text 39"/>
          <p:cNvSpPr/>
          <p:nvPr/>
        </p:nvSpPr>
        <p:spPr>
          <a:xfrm>
            <a:off x="8636000" y="3060700"/>
            <a:ext cx="31877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30-day temperature forecast with ARIMA model</a:t>
            </a:r>
            <a:endParaRPr lang="en-US" sz="1600"/>
          </a:p>
        </p:txBody>
      </p:sp>
      <p:sp>
        <p:nvSpPr>
          <p:cNvPr id="42" name="Shape 40"/>
          <p:cNvSpPr/>
          <p:nvPr/>
        </p:nvSpPr>
        <p:spPr>
          <a:xfrm>
            <a:off x="8375650" y="36957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43" name="Text 41"/>
          <p:cNvSpPr/>
          <p:nvPr/>
        </p:nvSpPr>
        <p:spPr>
          <a:xfrm>
            <a:off x="8636000" y="3619500"/>
            <a:ext cx="31877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95% confidence intervals showing prediction uncertainty</a:t>
            </a:r>
            <a:endParaRPr lang="en-US" sz="1600"/>
          </a:p>
        </p:txBody>
      </p:sp>
      <p:sp>
        <p:nvSpPr>
          <p:cNvPr id="44" name="Shape 42"/>
          <p:cNvSpPr/>
          <p:nvPr/>
        </p:nvSpPr>
        <p:spPr>
          <a:xfrm>
            <a:off x="8375650" y="42545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45" name="Text 43"/>
          <p:cNvSpPr/>
          <p:nvPr/>
        </p:nvSpPr>
        <p:spPr>
          <a:xfrm>
            <a:off x="8636000" y="4178300"/>
            <a:ext cx="31877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Forecast accuracy metrics (MAE, RMSE on test set)</a:t>
            </a:r>
            <a:endParaRPr lang="en-US" sz="1600"/>
          </a:p>
        </p:txBody>
      </p:sp>
      <p:sp>
        <p:nvSpPr>
          <p:cNvPr id="46" name="Shape 44"/>
          <p:cNvSpPr/>
          <p:nvPr/>
        </p:nvSpPr>
        <p:spPr>
          <a:xfrm>
            <a:off x="8369300" y="4787900"/>
            <a:ext cx="3365500" cy="609600"/>
          </a:xfrm>
          <a:custGeom>
            <a:avLst/>
            <a:gdLst/>
            <a:ahLst/>
            <a:cxnLst/>
            <a:rect l="l" t="t" r="r" b="b"/>
            <a:pathLst>
              <a:path w="3365500" h="609600">
                <a:moveTo>
                  <a:pt x="101602" y="0"/>
                </a:moveTo>
                <a:lnTo>
                  <a:pt x="3263898" y="0"/>
                </a:lnTo>
                <a:cubicBezTo>
                  <a:pt x="3320011" y="0"/>
                  <a:pt x="3365500" y="45489"/>
                  <a:pt x="3365500" y="101602"/>
                </a:cubicBezTo>
                <a:lnTo>
                  <a:pt x="3365500" y="507998"/>
                </a:lnTo>
                <a:cubicBezTo>
                  <a:pt x="3365500" y="564111"/>
                  <a:pt x="3320011" y="609600"/>
                  <a:pt x="32638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1A202C"/>
          </a:solidFill>
          <a:ln/>
        </p:spPr>
      </p:sp>
      <p:sp>
        <p:nvSpPr>
          <p:cNvPr id="47" name="Text 45"/>
          <p:cNvSpPr/>
          <p:nvPr/>
        </p:nvSpPr>
        <p:spPr>
          <a:xfrm>
            <a:off x="8470900" y="4889500"/>
            <a:ext cx="32385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>
                <a:solidFill>
                  <a:srgbClr val="4FD1C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Case:</a:t>
            </a:r>
            <a:r>
              <a:rPr lang="en-US" sz="120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Future temperature predictions for planning</a:t>
            </a:r>
            <a:endParaRPr lang="en-US" sz="1600"/>
          </a:p>
        </p:txBody>
      </p:sp>
      <p:sp>
        <p:nvSpPr>
          <p:cNvPr id="48" name="Shape 46"/>
          <p:cNvSpPr/>
          <p:nvPr/>
        </p:nvSpPr>
        <p:spPr>
          <a:xfrm>
            <a:off x="12058650" y="2292350"/>
            <a:ext cx="3683000" cy="3822700"/>
          </a:xfrm>
          <a:custGeom>
            <a:avLst/>
            <a:gdLst/>
            <a:ahLst/>
            <a:cxnLst/>
            <a:rect l="l" t="t" r="r" b="b"/>
            <a:pathLst>
              <a:path w="3683000" h="3822700">
                <a:moveTo>
                  <a:pt x="152403" y="0"/>
                </a:moveTo>
                <a:lnTo>
                  <a:pt x="3530597" y="0"/>
                </a:lnTo>
                <a:cubicBezTo>
                  <a:pt x="3614767" y="0"/>
                  <a:pt x="3683000" y="68233"/>
                  <a:pt x="3683000" y="152403"/>
                </a:cubicBezTo>
                <a:lnTo>
                  <a:pt x="3683000" y="3670297"/>
                </a:lnTo>
                <a:cubicBezTo>
                  <a:pt x="3683000" y="3754467"/>
                  <a:pt x="3614767" y="3822700"/>
                  <a:pt x="3530597" y="3822700"/>
                </a:cubicBezTo>
                <a:lnTo>
                  <a:pt x="152403" y="3822700"/>
                </a:lnTo>
                <a:cubicBezTo>
                  <a:pt x="68233" y="3822700"/>
                  <a:pt x="0" y="3754467"/>
                  <a:pt x="0" y="3670297"/>
                </a:cubicBezTo>
                <a:lnTo>
                  <a:pt x="0" y="152403"/>
                </a:lnTo>
                <a:cubicBezTo>
                  <a:pt x="0" y="68289"/>
                  <a:pt x="68289" y="0"/>
                  <a:pt x="152403" y="0"/>
                </a:cubicBezTo>
                <a:close/>
              </a:path>
            </a:pathLst>
          </a:custGeom>
          <a:gradFill flip="none" rotWithShape="1">
            <a:gsLst>
              <a:gs pos="0">
                <a:srgbClr val="F6AD55">
                  <a:alpha val="20000"/>
                </a:srgbClr>
              </a:gs>
              <a:gs pos="100000">
                <a:srgbClr val="2D3748"/>
              </a:gs>
            </a:gsLst>
            <a:lin ang="2700000" scaled="1"/>
          </a:gradFill>
          <a:ln w="12700">
            <a:solidFill>
              <a:srgbClr val="F6AD55">
                <a:alpha val="4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2217400" y="24511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F6AD55">
              <a:alpha val="30196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12344400" y="25781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32693" y="113357"/>
                </a:moveTo>
                <a:cubicBezTo>
                  <a:pt x="39291" y="67221"/>
                  <a:pt x="79028" y="31750"/>
                  <a:pt x="127000" y="31750"/>
                </a:cubicBezTo>
                <a:cubicBezTo>
                  <a:pt x="153293" y="31750"/>
                  <a:pt x="177105" y="42416"/>
                  <a:pt x="194370" y="59630"/>
                </a:cubicBezTo>
                <a:cubicBezTo>
                  <a:pt x="194469" y="59730"/>
                  <a:pt x="194568" y="59829"/>
                  <a:pt x="194667" y="59928"/>
                </a:cubicBezTo>
                <a:lnTo>
                  <a:pt x="198438" y="63500"/>
                </a:lnTo>
                <a:lnTo>
                  <a:pt x="174675" y="63500"/>
                </a:lnTo>
                <a:cubicBezTo>
                  <a:pt x="165894" y="63500"/>
                  <a:pt x="158800" y="70594"/>
                  <a:pt x="158800" y="79375"/>
                </a:cubicBezTo>
                <a:cubicBezTo>
                  <a:pt x="158800" y="88156"/>
                  <a:pt x="165894" y="95250"/>
                  <a:pt x="174675" y="95250"/>
                </a:cubicBezTo>
                <a:lnTo>
                  <a:pt x="238175" y="95250"/>
                </a:lnTo>
                <a:cubicBezTo>
                  <a:pt x="246955" y="95250"/>
                  <a:pt x="254050" y="88156"/>
                  <a:pt x="254050" y="79375"/>
                </a:cubicBezTo>
                <a:lnTo>
                  <a:pt x="254050" y="15875"/>
                </a:lnTo>
                <a:cubicBezTo>
                  <a:pt x="254050" y="7094"/>
                  <a:pt x="246955" y="0"/>
                  <a:pt x="238175" y="0"/>
                </a:cubicBezTo>
                <a:cubicBezTo>
                  <a:pt x="229394" y="0"/>
                  <a:pt x="222300" y="7094"/>
                  <a:pt x="222300" y="15875"/>
                </a:cubicBezTo>
                <a:lnTo>
                  <a:pt x="222300" y="42366"/>
                </a:lnTo>
                <a:lnTo>
                  <a:pt x="216694" y="37058"/>
                </a:lnTo>
                <a:cubicBezTo>
                  <a:pt x="193725" y="14188"/>
                  <a:pt x="161975" y="0"/>
                  <a:pt x="127000" y="0"/>
                </a:cubicBezTo>
                <a:cubicBezTo>
                  <a:pt x="63004" y="0"/>
                  <a:pt x="10071" y="47327"/>
                  <a:pt x="1290" y="108893"/>
                </a:cubicBezTo>
                <a:cubicBezTo>
                  <a:pt x="50" y="117574"/>
                  <a:pt x="6052" y="125611"/>
                  <a:pt x="14734" y="126851"/>
                </a:cubicBezTo>
                <a:cubicBezTo>
                  <a:pt x="23416" y="128091"/>
                  <a:pt x="31452" y="122039"/>
                  <a:pt x="32693" y="113407"/>
                </a:cubicBezTo>
                <a:close/>
                <a:moveTo>
                  <a:pt x="252710" y="145107"/>
                </a:moveTo>
                <a:cubicBezTo>
                  <a:pt x="253950" y="136426"/>
                  <a:pt x="247898" y="128389"/>
                  <a:pt x="239266" y="127149"/>
                </a:cubicBezTo>
                <a:cubicBezTo>
                  <a:pt x="230634" y="125909"/>
                  <a:pt x="222548" y="131961"/>
                  <a:pt x="221307" y="140593"/>
                </a:cubicBezTo>
                <a:cubicBezTo>
                  <a:pt x="214709" y="186730"/>
                  <a:pt x="174972" y="222200"/>
                  <a:pt x="127000" y="222200"/>
                </a:cubicBezTo>
                <a:cubicBezTo>
                  <a:pt x="100707" y="222200"/>
                  <a:pt x="76895" y="211534"/>
                  <a:pt x="59630" y="194320"/>
                </a:cubicBezTo>
                <a:cubicBezTo>
                  <a:pt x="59531" y="194221"/>
                  <a:pt x="59432" y="194121"/>
                  <a:pt x="59333" y="194022"/>
                </a:cubicBezTo>
                <a:lnTo>
                  <a:pt x="55562" y="190450"/>
                </a:lnTo>
                <a:lnTo>
                  <a:pt x="79325" y="190450"/>
                </a:lnTo>
                <a:cubicBezTo>
                  <a:pt x="88106" y="190450"/>
                  <a:pt x="95200" y="183356"/>
                  <a:pt x="95200" y="174575"/>
                </a:cubicBezTo>
                <a:cubicBezTo>
                  <a:pt x="95200" y="165795"/>
                  <a:pt x="88106" y="158700"/>
                  <a:pt x="79325" y="158700"/>
                </a:cubicBezTo>
                <a:lnTo>
                  <a:pt x="15875" y="158750"/>
                </a:lnTo>
                <a:cubicBezTo>
                  <a:pt x="11658" y="158750"/>
                  <a:pt x="7590" y="160437"/>
                  <a:pt x="4614" y="163463"/>
                </a:cubicBezTo>
                <a:cubicBezTo>
                  <a:pt x="1637" y="166489"/>
                  <a:pt x="-50" y="170507"/>
                  <a:pt x="0" y="174774"/>
                </a:cubicBezTo>
                <a:lnTo>
                  <a:pt x="496" y="237778"/>
                </a:lnTo>
                <a:cubicBezTo>
                  <a:pt x="546" y="246559"/>
                  <a:pt x="7739" y="253603"/>
                  <a:pt x="16520" y="253504"/>
                </a:cubicBezTo>
                <a:cubicBezTo>
                  <a:pt x="25301" y="253405"/>
                  <a:pt x="32345" y="246261"/>
                  <a:pt x="32246" y="237480"/>
                </a:cubicBezTo>
                <a:lnTo>
                  <a:pt x="32048" y="211931"/>
                </a:lnTo>
                <a:lnTo>
                  <a:pt x="37356" y="216942"/>
                </a:lnTo>
                <a:cubicBezTo>
                  <a:pt x="60325" y="239812"/>
                  <a:pt x="92025" y="254000"/>
                  <a:pt x="127000" y="254000"/>
                </a:cubicBezTo>
                <a:cubicBezTo>
                  <a:pt x="190996" y="254000"/>
                  <a:pt x="243929" y="206673"/>
                  <a:pt x="252710" y="145107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51" name="Text 49"/>
          <p:cNvSpPr/>
          <p:nvPr/>
        </p:nvSpPr>
        <p:spPr>
          <a:xfrm>
            <a:off x="12877800" y="2527300"/>
            <a:ext cx="1981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Tab 4: Analytics</a:t>
            </a:r>
            <a:endParaRPr lang="en-US" sz="1600"/>
          </a:p>
        </p:txBody>
      </p:sp>
      <p:sp>
        <p:nvSpPr>
          <p:cNvPr id="52" name="Shape 50"/>
          <p:cNvSpPr/>
          <p:nvPr/>
        </p:nvSpPr>
        <p:spPr>
          <a:xfrm>
            <a:off x="12230100" y="31369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53" name="Text 51"/>
          <p:cNvSpPr/>
          <p:nvPr/>
        </p:nvSpPr>
        <p:spPr>
          <a:xfrm>
            <a:off x="12494260" y="3060700"/>
            <a:ext cx="3175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Temperature distribution histograms by city</a:t>
            </a:r>
            <a:endParaRPr lang="en-US" sz="1600"/>
          </a:p>
        </p:txBody>
      </p:sp>
      <p:sp>
        <p:nvSpPr>
          <p:cNvPr id="54" name="Shape 52"/>
          <p:cNvSpPr/>
          <p:nvPr/>
        </p:nvSpPr>
        <p:spPr>
          <a:xfrm>
            <a:off x="12236450" y="36957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55" name="Text 53"/>
          <p:cNvSpPr/>
          <p:nvPr/>
        </p:nvSpPr>
        <p:spPr>
          <a:xfrm>
            <a:off x="12509500" y="3619500"/>
            <a:ext cx="2959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Anomaly detection using IQR method</a:t>
            </a:r>
            <a:endParaRPr lang="en-US" sz="1600"/>
          </a:p>
        </p:txBody>
      </p:sp>
      <p:sp>
        <p:nvSpPr>
          <p:cNvPr id="56" name="Shape 54"/>
          <p:cNvSpPr/>
          <p:nvPr/>
        </p:nvSpPr>
        <p:spPr>
          <a:xfrm>
            <a:off x="12230100" y="40005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57" name="Text 55"/>
          <p:cNvSpPr/>
          <p:nvPr/>
        </p:nvSpPr>
        <p:spPr>
          <a:xfrm>
            <a:off x="12495954" y="3924300"/>
            <a:ext cx="3175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Statistical summaries (mean, std, min, max)</a:t>
            </a:r>
            <a:endParaRPr lang="en-US" sz="1600"/>
          </a:p>
        </p:txBody>
      </p:sp>
      <p:sp>
        <p:nvSpPr>
          <p:cNvPr id="58" name="Shape 56"/>
          <p:cNvSpPr/>
          <p:nvPr/>
        </p:nvSpPr>
        <p:spPr>
          <a:xfrm>
            <a:off x="12217400" y="4533900"/>
            <a:ext cx="3365500" cy="609600"/>
          </a:xfrm>
          <a:custGeom>
            <a:avLst/>
            <a:gdLst/>
            <a:ahLst/>
            <a:cxnLst/>
            <a:rect l="l" t="t" r="r" b="b"/>
            <a:pathLst>
              <a:path w="3365500" h="609600">
                <a:moveTo>
                  <a:pt x="101602" y="0"/>
                </a:moveTo>
                <a:lnTo>
                  <a:pt x="3263898" y="0"/>
                </a:lnTo>
                <a:cubicBezTo>
                  <a:pt x="3320011" y="0"/>
                  <a:pt x="3365500" y="45489"/>
                  <a:pt x="3365500" y="101602"/>
                </a:cubicBezTo>
                <a:lnTo>
                  <a:pt x="3365500" y="507998"/>
                </a:lnTo>
                <a:cubicBezTo>
                  <a:pt x="3365500" y="564111"/>
                  <a:pt x="3320011" y="609600"/>
                  <a:pt x="32638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1A202C"/>
          </a:solidFill>
          <a:ln/>
        </p:spPr>
      </p:sp>
      <p:sp>
        <p:nvSpPr>
          <p:cNvPr id="59" name="Text 57"/>
          <p:cNvSpPr/>
          <p:nvPr/>
        </p:nvSpPr>
        <p:spPr>
          <a:xfrm>
            <a:off x="12319000" y="4635500"/>
            <a:ext cx="32385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>
                <a:solidFill>
                  <a:srgbClr val="F6AD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Case:</a:t>
            </a:r>
            <a:r>
              <a:rPr lang="en-US" sz="120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Deep data exploration and anomaly detection</a:t>
            </a:r>
            <a:endParaRPr lang="en-US" sz="1600"/>
          </a:p>
        </p:txBody>
      </p:sp>
      <p:sp>
        <p:nvSpPr>
          <p:cNvPr id="60" name="Shape 58"/>
          <p:cNvSpPr/>
          <p:nvPr/>
        </p:nvSpPr>
        <p:spPr>
          <a:xfrm>
            <a:off x="514350" y="6330950"/>
            <a:ext cx="15227300" cy="2197100"/>
          </a:xfrm>
          <a:custGeom>
            <a:avLst/>
            <a:gdLst/>
            <a:ahLst/>
            <a:cxnLst/>
            <a:rect l="l" t="t" r="r" b="b"/>
            <a:pathLst>
              <a:path w="15227300" h="2197100">
                <a:moveTo>
                  <a:pt x="152391" y="0"/>
                </a:moveTo>
                <a:lnTo>
                  <a:pt x="15074909" y="0"/>
                </a:lnTo>
                <a:cubicBezTo>
                  <a:pt x="15159016" y="0"/>
                  <a:pt x="15227300" y="68284"/>
                  <a:pt x="15227300" y="152391"/>
                </a:cubicBezTo>
                <a:lnTo>
                  <a:pt x="15227300" y="2044709"/>
                </a:lnTo>
                <a:cubicBezTo>
                  <a:pt x="15227300" y="2128872"/>
                  <a:pt x="15159072" y="2197100"/>
                  <a:pt x="15074909" y="2197100"/>
                </a:cubicBezTo>
                <a:lnTo>
                  <a:pt x="152391" y="2197100"/>
                </a:lnTo>
                <a:cubicBezTo>
                  <a:pt x="68284" y="2197100"/>
                  <a:pt x="0" y="2128816"/>
                  <a:pt x="0" y="2044709"/>
                </a:cubicBezTo>
                <a:lnTo>
                  <a:pt x="0" y="152391"/>
                </a:lnTo>
                <a:cubicBezTo>
                  <a:pt x="0" y="68284"/>
                  <a:pt x="68284" y="0"/>
                  <a:pt x="152391" y="0"/>
                </a:cubicBezTo>
                <a:close/>
              </a:path>
            </a:pathLst>
          </a:custGeom>
          <a:solidFill>
            <a:srgbClr val="2D3748"/>
          </a:solidFill>
          <a:ln w="12700">
            <a:solidFill>
              <a:srgbClr val="4FD1C5">
                <a:alpha val="30196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04850" y="65405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5875" y="31750"/>
                </a:moveTo>
                <a:cubicBezTo>
                  <a:pt x="7094" y="31750"/>
                  <a:pt x="0" y="38844"/>
                  <a:pt x="0" y="47625"/>
                </a:cubicBezTo>
                <a:cubicBezTo>
                  <a:pt x="0" y="56406"/>
                  <a:pt x="7094" y="63500"/>
                  <a:pt x="15875" y="63500"/>
                </a:cubicBezTo>
                <a:lnTo>
                  <a:pt x="58886" y="63500"/>
                </a:lnTo>
                <a:cubicBezTo>
                  <a:pt x="64988" y="77539"/>
                  <a:pt x="78978" y="87313"/>
                  <a:pt x="95250" y="87313"/>
                </a:cubicBezTo>
                <a:cubicBezTo>
                  <a:pt x="111522" y="87313"/>
                  <a:pt x="125512" y="77539"/>
                  <a:pt x="131614" y="63500"/>
                </a:cubicBezTo>
                <a:lnTo>
                  <a:pt x="238125" y="63500"/>
                </a:lnTo>
                <a:cubicBezTo>
                  <a:pt x="246906" y="63500"/>
                  <a:pt x="254000" y="56406"/>
                  <a:pt x="254000" y="47625"/>
                </a:cubicBezTo>
                <a:cubicBezTo>
                  <a:pt x="254000" y="38844"/>
                  <a:pt x="246906" y="31750"/>
                  <a:pt x="238125" y="31750"/>
                </a:cubicBezTo>
                <a:lnTo>
                  <a:pt x="131614" y="31750"/>
                </a:lnTo>
                <a:cubicBezTo>
                  <a:pt x="125512" y="17711"/>
                  <a:pt x="111522" y="7938"/>
                  <a:pt x="95250" y="7938"/>
                </a:cubicBezTo>
                <a:cubicBezTo>
                  <a:pt x="78978" y="7938"/>
                  <a:pt x="64988" y="17711"/>
                  <a:pt x="58886" y="31750"/>
                </a:cubicBezTo>
                <a:lnTo>
                  <a:pt x="15875" y="31750"/>
                </a:lnTo>
                <a:close/>
                <a:moveTo>
                  <a:pt x="15875" y="111125"/>
                </a:moveTo>
                <a:cubicBezTo>
                  <a:pt x="7094" y="111125"/>
                  <a:pt x="0" y="118219"/>
                  <a:pt x="0" y="127000"/>
                </a:cubicBezTo>
                <a:cubicBezTo>
                  <a:pt x="0" y="135781"/>
                  <a:pt x="7094" y="142875"/>
                  <a:pt x="15875" y="142875"/>
                </a:cubicBezTo>
                <a:lnTo>
                  <a:pt x="138261" y="142875"/>
                </a:lnTo>
                <a:cubicBezTo>
                  <a:pt x="144363" y="156914"/>
                  <a:pt x="158353" y="166688"/>
                  <a:pt x="174625" y="166688"/>
                </a:cubicBezTo>
                <a:cubicBezTo>
                  <a:pt x="190897" y="166688"/>
                  <a:pt x="204887" y="156914"/>
                  <a:pt x="210989" y="142875"/>
                </a:cubicBezTo>
                <a:lnTo>
                  <a:pt x="238125" y="142875"/>
                </a:lnTo>
                <a:cubicBezTo>
                  <a:pt x="246906" y="142875"/>
                  <a:pt x="254000" y="135781"/>
                  <a:pt x="254000" y="127000"/>
                </a:cubicBezTo>
                <a:cubicBezTo>
                  <a:pt x="254000" y="118219"/>
                  <a:pt x="246906" y="111125"/>
                  <a:pt x="238125" y="111125"/>
                </a:cubicBezTo>
                <a:lnTo>
                  <a:pt x="210989" y="111125"/>
                </a:lnTo>
                <a:cubicBezTo>
                  <a:pt x="204887" y="97086"/>
                  <a:pt x="190897" y="87313"/>
                  <a:pt x="174625" y="87313"/>
                </a:cubicBezTo>
                <a:cubicBezTo>
                  <a:pt x="158353" y="87313"/>
                  <a:pt x="144363" y="97086"/>
                  <a:pt x="138261" y="111125"/>
                </a:cubicBezTo>
                <a:lnTo>
                  <a:pt x="15875" y="111125"/>
                </a:lnTo>
                <a:close/>
                <a:moveTo>
                  <a:pt x="15875" y="190500"/>
                </a:moveTo>
                <a:cubicBezTo>
                  <a:pt x="7094" y="190500"/>
                  <a:pt x="0" y="197594"/>
                  <a:pt x="0" y="206375"/>
                </a:cubicBezTo>
                <a:cubicBezTo>
                  <a:pt x="0" y="215156"/>
                  <a:pt x="7094" y="222250"/>
                  <a:pt x="15875" y="222250"/>
                </a:cubicBezTo>
                <a:lnTo>
                  <a:pt x="43011" y="222250"/>
                </a:lnTo>
                <a:cubicBezTo>
                  <a:pt x="49113" y="236289"/>
                  <a:pt x="63103" y="246063"/>
                  <a:pt x="79375" y="246063"/>
                </a:cubicBezTo>
                <a:cubicBezTo>
                  <a:pt x="95647" y="246063"/>
                  <a:pt x="109637" y="236289"/>
                  <a:pt x="115739" y="222250"/>
                </a:cubicBezTo>
                <a:lnTo>
                  <a:pt x="238125" y="222250"/>
                </a:lnTo>
                <a:cubicBezTo>
                  <a:pt x="246906" y="222250"/>
                  <a:pt x="254000" y="215156"/>
                  <a:pt x="254000" y="206375"/>
                </a:cubicBezTo>
                <a:cubicBezTo>
                  <a:pt x="254000" y="197594"/>
                  <a:pt x="246906" y="190500"/>
                  <a:pt x="238125" y="190500"/>
                </a:cubicBezTo>
                <a:lnTo>
                  <a:pt x="115739" y="190500"/>
                </a:lnTo>
                <a:cubicBezTo>
                  <a:pt x="109637" y="176461"/>
                  <a:pt x="95647" y="166688"/>
                  <a:pt x="79375" y="166688"/>
                </a:cubicBezTo>
                <a:cubicBezTo>
                  <a:pt x="63103" y="166688"/>
                  <a:pt x="49113" y="176461"/>
                  <a:pt x="43011" y="190500"/>
                </a:cubicBezTo>
                <a:lnTo>
                  <a:pt x="15875" y="190500"/>
                </a:ln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62" name="Text 60"/>
          <p:cNvSpPr/>
          <p:nvPr/>
        </p:nvSpPr>
        <p:spPr>
          <a:xfrm>
            <a:off x="990600" y="6489700"/>
            <a:ext cx="14719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Sidebar Filters &amp; Interactivity</a:t>
            </a:r>
            <a:endParaRPr lang="en-US" sz="1600"/>
          </a:p>
        </p:txBody>
      </p:sp>
      <p:sp>
        <p:nvSpPr>
          <p:cNvPr id="63" name="Shape 61"/>
          <p:cNvSpPr/>
          <p:nvPr/>
        </p:nvSpPr>
        <p:spPr>
          <a:xfrm>
            <a:off x="673100" y="6997700"/>
            <a:ext cx="3619500" cy="1371600"/>
          </a:xfrm>
          <a:custGeom>
            <a:avLst/>
            <a:gdLst/>
            <a:ahLst/>
            <a:cxnLst/>
            <a:rect l="l" t="t" r="r" b="b"/>
            <a:pathLst>
              <a:path w="3619500" h="1371600">
                <a:moveTo>
                  <a:pt x="101594" y="0"/>
                </a:moveTo>
                <a:lnTo>
                  <a:pt x="3517906" y="0"/>
                </a:lnTo>
                <a:cubicBezTo>
                  <a:pt x="3574015" y="0"/>
                  <a:pt x="3619500" y="45485"/>
                  <a:pt x="3619500" y="101594"/>
                </a:cubicBezTo>
                <a:lnTo>
                  <a:pt x="3619500" y="1270006"/>
                </a:lnTo>
                <a:cubicBezTo>
                  <a:pt x="3619500" y="1326115"/>
                  <a:pt x="3574015" y="1371600"/>
                  <a:pt x="3517906" y="1371600"/>
                </a:cubicBezTo>
                <a:lnTo>
                  <a:pt x="101594" y="1371600"/>
                </a:lnTo>
                <a:cubicBezTo>
                  <a:pt x="45485" y="1371600"/>
                  <a:pt x="0" y="1326115"/>
                  <a:pt x="0" y="1270006"/>
                </a:cubicBezTo>
                <a:lnTo>
                  <a:pt x="0" y="101594"/>
                </a:lnTo>
                <a:cubicBezTo>
                  <a:pt x="0" y="45523"/>
                  <a:pt x="45523" y="0"/>
                  <a:pt x="101594" y="0"/>
                </a:cubicBezTo>
                <a:close/>
              </a:path>
            </a:pathLst>
          </a:custGeom>
          <a:solidFill>
            <a:srgbClr val="1A202C"/>
          </a:solidFill>
          <a:ln/>
        </p:spPr>
      </p:sp>
      <p:sp>
        <p:nvSpPr>
          <p:cNvPr id="64" name="Shape 62"/>
          <p:cNvSpPr/>
          <p:nvPr/>
        </p:nvSpPr>
        <p:spPr>
          <a:xfrm>
            <a:off x="885825" y="721360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0" y="84207"/>
                </a:moveTo>
                <a:cubicBezTo>
                  <a:pt x="0" y="37683"/>
                  <a:pt x="38398" y="0"/>
                  <a:pt x="85725" y="0"/>
                </a:cubicBezTo>
                <a:cubicBezTo>
                  <a:pt x="133052" y="0"/>
                  <a:pt x="171450" y="37683"/>
                  <a:pt x="171450" y="84207"/>
                </a:cubicBezTo>
                <a:cubicBezTo>
                  <a:pt x="171450" y="137473"/>
                  <a:pt x="117783" y="201320"/>
                  <a:pt x="95369" y="225653"/>
                </a:cubicBezTo>
                <a:cubicBezTo>
                  <a:pt x="90101" y="231368"/>
                  <a:pt x="81305" y="231368"/>
                  <a:pt x="76036" y="225653"/>
                </a:cubicBezTo>
                <a:cubicBezTo>
                  <a:pt x="53623" y="201320"/>
                  <a:pt x="-45" y="137473"/>
                  <a:pt x="-45" y="84207"/>
                </a:cubicBezTo>
                <a:close/>
                <a:moveTo>
                  <a:pt x="85725" y="114300"/>
                </a:moveTo>
                <a:cubicBezTo>
                  <a:pt x="101496" y="114300"/>
                  <a:pt x="114300" y="101496"/>
                  <a:pt x="114300" y="85725"/>
                </a:cubicBezTo>
                <a:cubicBezTo>
                  <a:pt x="114300" y="69954"/>
                  <a:pt x="101496" y="57150"/>
                  <a:pt x="85725" y="57150"/>
                </a:cubicBezTo>
                <a:cubicBezTo>
                  <a:pt x="69954" y="57150"/>
                  <a:pt x="57150" y="69954"/>
                  <a:pt x="57150" y="85725"/>
                </a:cubicBezTo>
                <a:cubicBezTo>
                  <a:pt x="57150" y="101496"/>
                  <a:pt x="69954" y="114300"/>
                  <a:pt x="85725" y="11430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65" name="Text 63"/>
          <p:cNvSpPr/>
          <p:nvPr/>
        </p:nvSpPr>
        <p:spPr>
          <a:xfrm>
            <a:off x="1263650" y="7150100"/>
            <a:ext cx="1574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City Selection</a:t>
            </a:r>
            <a:endParaRPr lang="en-US" sz="1600"/>
          </a:p>
        </p:txBody>
      </p:sp>
      <p:sp>
        <p:nvSpPr>
          <p:cNvPr id="66" name="Text 64"/>
          <p:cNvSpPr/>
          <p:nvPr/>
        </p:nvSpPr>
        <p:spPr>
          <a:xfrm>
            <a:off x="825500" y="7607300"/>
            <a:ext cx="34163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Multi-select dropdown for comparing multiple cities</a:t>
            </a:r>
            <a:endParaRPr lang="en-US" sz="1600"/>
          </a:p>
        </p:txBody>
      </p:sp>
      <p:sp>
        <p:nvSpPr>
          <p:cNvPr id="67" name="Shape 65"/>
          <p:cNvSpPr/>
          <p:nvPr/>
        </p:nvSpPr>
        <p:spPr>
          <a:xfrm>
            <a:off x="4438650" y="6997700"/>
            <a:ext cx="3619500" cy="1371600"/>
          </a:xfrm>
          <a:custGeom>
            <a:avLst/>
            <a:gdLst/>
            <a:ahLst/>
            <a:cxnLst/>
            <a:rect l="l" t="t" r="r" b="b"/>
            <a:pathLst>
              <a:path w="3619500" h="1371600">
                <a:moveTo>
                  <a:pt x="101594" y="0"/>
                </a:moveTo>
                <a:lnTo>
                  <a:pt x="3517906" y="0"/>
                </a:lnTo>
                <a:cubicBezTo>
                  <a:pt x="3574015" y="0"/>
                  <a:pt x="3619500" y="45485"/>
                  <a:pt x="3619500" y="101594"/>
                </a:cubicBezTo>
                <a:lnTo>
                  <a:pt x="3619500" y="1270006"/>
                </a:lnTo>
                <a:cubicBezTo>
                  <a:pt x="3619500" y="1326115"/>
                  <a:pt x="3574015" y="1371600"/>
                  <a:pt x="3517906" y="1371600"/>
                </a:cubicBezTo>
                <a:lnTo>
                  <a:pt x="101594" y="1371600"/>
                </a:lnTo>
                <a:cubicBezTo>
                  <a:pt x="45485" y="1371600"/>
                  <a:pt x="0" y="1326115"/>
                  <a:pt x="0" y="1270006"/>
                </a:cubicBezTo>
                <a:lnTo>
                  <a:pt x="0" y="101594"/>
                </a:lnTo>
                <a:cubicBezTo>
                  <a:pt x="0" y="45523"/>
                  <a:pt x="45523" y="0"/>
                  <a:pt x="101594" y="0"/>
                </a:cubicBezTo>
                <a:close/>
              </a:path>
            </a:pathLst>
          </a:custGeom>
          <a:solidFill>
            <a:srgbClr val="1A202C"/>
          </a:solidFill>
          <a:ln/>
        </p:spPr>
      </p:sp>
      <p:sp>
        <p:nvSpPr>
          <p:cNvPr id="68" name="Shape 66"/>
          <p:cNvSpPr/>
          <p:nvPr/>
        </p:nvSpPr>
        <p:spPr>
          <a:xfrm>
            <a:off x="4637088" y="72136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57150" y="0"/>
                </a:moveTo>
                <a:cubicBezTo>
                  <a:pt x="49247" y="0"/>
                  <a:pt x="42863" y="6385"/>
                  <a:pt x="42863" y="14288"/>
                </a:cubicBezTo>
                <a:lnTo>
                  <a:pt x="42863" y="28575"/>
                </a:lnTo>
                <a:lnTo>
                  <a:pt x="28575" y="28575"/>
                </a:lnTo>
                <a:cubicBezTo>
                  <a:pt x="12814" y="28575"/>
                  <a:pt x="0" y="41389"/>
                  <a:pt x="0" y="57150"/>
                </a:cubicBezTo>
                <a:lnTo>
                  <a:pt x="0" y="78581"/>
                </a:lnTo>
                <a:lnTo>
                  <a:pt x="200025" y="78581"/>
                </a:lnTo>
                <a:lnTo>
                  <a:pt x="200025" y="57150"/>
                </a:lnTo>
                <a:cubicBezTo>
                  <a:pt x="200025" y="41389"/>
                  <a:pt x="187211" y="28575"/>
                  <a:pt x="171450" y="28575"/>
                </a:cubicBezTo>
                <a:lnTo>
                  <a:pt x="157163" y="28575"/>
                </a:lnTo>
                <a:lnTo>
                  <a:pt x="157163" y="14288"/>
                </a:lnTo>
                <a:cubicBezTo>
                  <a:pt x="157163" y="6385"/>
                  <a:pt x="150778" y="0"/>
                  <a:pt x="142875" y="0"/>
                </a:cubicBezTo>
                <a:cubicBezTo>
                  <a:pt x="134972" y="0"/>
                  <a:pt x="128588" y="6385"/>
                  <a:pt x="128588" y="14288"/>
                </a:cubicBezTo>
                <a:lnTo>
                  <a:pt x="128588" y="28575"/>
                </a:lnTo>
                <a:lnTo>
                  <a:pt x="71438" y="28575"/>
                </a:lnTo>
                <a:lnTo>
                  <a:pt x="71438" y="14288"/>
                </a:lnTo>
                <a:cubicBezTo>
                  <a:pt x="71438" y="6385"/>
                  <a:pt x="65053" y="0"/>
                  <a:pt x="57150" y="0"/>
                </a:cubicBezTo>
                <a:close/>
                <a:moveTo>
                  <a:pt x="0" y="100013"/>
                </a:moveTo>
                <a:lnTo>
                  <a:pt x="0" y="185738"/>
                </a:lnTo>
                <a:cubicBezTo>
                  <a:pt x="0" y="201498"/>
                  <a:pt x="12814" y="214313"/>
                  <a:pt x="28575" y="214313"/>
                </a:cubicBezTo>
                <a:lnTo>
                  <a:pt x="171450" y="214313"/>
                </a:lnTo>
                <a:cubicBezTo>
                  <a:pt x="187211" y="214313"/>
                  <a:pt x="200025" y="201498"/>
                  <a:pt x="200025" y="185738"/>
                </a:cubicBezTo>
                <a:lnTo>
                  <a:pt x="200025" y="100013"/>
                </a:lnTo>
                <a:lnTo>
                  <a:pt x="0" y="100013"/>
                </a:ln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69" name="Text 67"/>
          <p:cNvSpPr/>
          <p:nvPr/>
        </p:nvSpPr>
        <p:spPr>
          <a:xfrm>
            <a:off x="5029200" y="7150100"/>
            <a:ext cx="1320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Date Range</a:t>
            </a:r>
            <a:endParaRPr lang="en-US" sz="1600"/>
          </a:p>
        </p:txBody>
      </p:sp>
      <p:sp>
        <p:nvSpPr>
          <p:cNvPr id="70" name="Text 68"/>
          <p:cNvSpPr/>
          <p:nvPr/>
        </p:nvSpPr>
        <p:spPr>
          <a:xfrm>
            <a:off x="4591050" y="7607300"/>
            <a:ext cx="34163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Interactive date picker for historical analysis</a:t>
            </a:r>
            <a:endParaRPr lang="en-US" sz="1600"/>
          </a:p>
        </p:txBody>
      </p:sp>
      <p:sp>
        <p:nvSpPr>
          <p:cNvPr id="71" name="Shape 69"/>
          <p:cNvSpPr/>
          <p:nvPr/>
        </p:nvSpPr>
        <p:spPr>
          <a:xfrm>
            <a:off x="8204200" y="6997700"/>
            <a:ext cx="3619500" cy="1371600"/>
          </a:xfrm>
          <a:custGeom>
            <a:avLst/>
            <a:gdLst/>
            <a:ahLst/>
            <a:cxnLst/>
            <a:rect l="l" t="t" r="r" b="b"/>
            <a:pathLst>
              <a:path w="3619500" h="1371600">
                <a:moveTo>
                  <a:pt x="101594" y="0"/>
                </a:moveTo>
                <a:lnTo>
                  <a:pt x="3517906" y="0"/>
                </a:lnTo>
                <a:cubicBezTo>
                  <a:pt x="3574015" y="0"/>
                  <a:pt x="3619500" y="45485"/>
                  <a:pt x="3619500" y="101594"/>
                </a:cubicBezTo>
                <a:lnTo>
                  <a:pt x="3619500" y="1270006"/>
                </a:lnTo>
                <a:cubicBezTo>
                  <a:pt x="3619500" y="1326115"/>
                  <a:pt x="3574015" y="1371600"/>
                  <a:pt x="3517906" y="1371600"/>
                </a:cubicBezTo>
                <a:lnTo>
                  <a:pt x="101594" y="1371600"/>
                </a:lnTo>
                <a:cubicBezTo>
                  <a:pt x="45485" y="1371600"/>
                  <a:pt x="0" y="1326115"/>
                  <a:pt x="0" y="1270006"/>
                </a:cubicBezTo>
                <a:lnTo>
                  <a:pt x="0" y="101594"/>
                </a:lnTo>
                <a:cubicBezTo>
                  <a:pt x="0" y="45523"/>
                  <a:pt x="45523" y="0"/>
                  <a:pt x="101594" y="0"/>
                </a:cubicBezTo>
                <a:close/>
              </a:path>
            </a:pathLst>
          </a:custGeom>
          <a:solidFill>
            <a:srgbClr val="1A202C"/>
          </a:solidFill>
          <a:ln/>
        </p:spPr>
      </p:sp>
      <p:sp>
        <p:nvSpPr>
          <p:cNvPr id="72" name="Shape 70"/>
          <p:cNvSpPr/>
          <p:nvPr/>
        </p:nvSpPr>
        <p:spPr>
          <a:xfrm>
            <a:off x="8431213" y="7213600"/>
            <a:ext cx="142875" cy="228600"/>
          </a:xfrm>
          <a:custGeom>
            <a:avLst/>
            <a:gdLst/>
            <a:ahLst/>
            <a:cxnLst/>
            <a:rect l="l" t="t" r="r" b="b"/>
            <a:pathLst>
              <a:path w="142875" h="228600">
                <a:moveTo>
                  <a:pt x="71438" y="0"/>
                </a:moveTo>
                <a:cubicBezTo>
                  <a:pt x="47774" y="0"/>
                  <a:pt x="28575" y="19199"/>
                  <a:pt x="28575" y="42863"/>
                </a:cubicBezTo>
                <a:lnTo>
                  <a:pt x="28575" y="116398"/>
                </a:lnTo>
                <a:cubicBezTo>
                  <a:pt x="15404" y="128141"/>
                  <a:pt x="7144" y="145286"/>
                  <a:pt x="7144" y="164306"/>
                </a:cubicBezTo>
                <a:cubicBezTo>
                  <a:pt x="7144" y="199802"/>
                  <a:pt x="35942" y="228600"/>
                  <a:pt x="71438" y="228600"/>
                </a:cubicBezTo>
                <a:cubicBezTo>
                  <a:pt x="106933" y="228600"/>
                  <a:pt x="135731" y="199802"/>
                  <a:pt x="135731" y="164306"/>
                </a:cubicBezTo>
                <a:cubicBezTo>
                  <a:pt x="135731" y="145286"/>
                  <a:pt x="127471" y="128141"/>
                  <a:pt x="114300" y="116398"/>
                </a:cubicBezTo>
                <a:lnTo>
                  <a:pt x="114300" y="42863"/>
                </a:lnTo>
                <a:cubicBezTo>
                  <a:pt x="114300" y="19199"/>
                  <a:pt x="95101" y="0"/>
                  <a:pt x="71438" y="0"/>
                </a:cubicBezTo>
                <a:close/>
                <a:moveTo>
                  <a:pt x="100013" y="164306"/>
                </a:moveTo>
                <a:cubicBezTo>
                  <a:pt x="100013" y="180067"/>
                  <a:pt x="87198" y="192881"/>
                  <a:pt x="71438" y="192881"/>
                </a:cubicBezTo>
                <a:cubicBezTo>
                  <a:pt x="55677" y="192881"/>
                  <a:pt x="42863" y="180067"/>
                  <a:pt x="42863" y="164306"/>
                </a:cubicBezTo>
                <a:cubicBezTo>
                  <a:pt x="42863" y="152296"/>
                  <a:pt x="50229" y="142027"/>
                  <a:pt x="60722" y="137830"/>
                </a:cubicBezTo>
                <a:lnTo>
                  <a:pt x="60722" y="96441"/>
                </a:lnTo>
                <a:cubicBezTo>
                  <a:pt x="60722" y="90502"/>
                  <a:pt x="65499" y="85725"/>
                  <a:pt x="71438" y="85725"/>
                </a:cubicBezTo>
                <a:cubicBezTo>
                  <a:pt x="77376" y="85725"/>
                  <a:pt x="82153" y="90502"/>
                  <a:pt x="82153" y="96441"/>
                </a:cubicBezTo>
                <a:lnTo>
                  <a:pt x="82153" y="137830"/>
                </a:lnTo>
                <a:cubicBezTo>
                  <a:pt x="92646" y="142071"/>
                  <a:pt x="100013" y="152340"/>
                  <a:pt x="100013" y="164306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73" name="Text 71"/>
          <p:cNvSpPr/>
          <p:nvPr/>
        </p:nvSpPr>
        <p:spPr>
          <a:xfrm>
            <a:off x="8794750" y="7150100"/>
            <a:ext cx="1841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Metric Selection</a:t>
            </a:r>
            <a:endParaRPr lang="en-US" sz="1600"/>
          </a:p>
        </p:txBody>
      </p:sp>
      <p:sp>
        <p:nvSpPr>
          <p:cNvPr id="74" name="Text 72"/>
          <p:cNvSpPr/>
          <p:nvPr/>
        </p:nvSpPr>
        <p:spPr>
          <a:xfrm>
            <a:off x="8356600" y="7607300"/>
            <a:ext cx="34163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Switch between temperature, humidity, pressure</a:t>
            </a:r>
            <a:endParaRPr lang="en-US" sz="1600"/>
          </a:p>
        </p:txBody>
      </p:sp>
      <p:sp>
        <p:nvSpPr>
          <p:cNvPr id="75" name="Shape 73"/>
          <p:cNvSpPr/>
          <p:nvPr/>
        </p:nvSpPr>
        <p:spPr>
          <a:xfrm>
            <a:off x="11969750" y="6997700"/>
            <a:ext cx="3619500" cy="1371600"/>
          </a:xfrm>
          <a:custGeom>
            <a:avLst/>
            <a:gdLst/>
            <a:ahLst/>
            <a:cxnLst/>
            <a:rect l="l" t="t" r="r" b="b"/>
            <a:pathLst>
              <a:path w="3619500" h="1371600">
                <a:moveTo>
                  <a:pt x="101594" y="0"/>
                </a:moveTo>
                <a:lnTo>
                  <a:pt x="3517906" y="0"/>
                </a:lnTo>
                <a:cubicBezTo>
                  <a:pt x="3574015" y="0"/>
                  <a:pt x="3619500" y="45485"/>
                  <a:pt x="3619500" y="101594"/>
                </a:cubicBezTo>
                <a:lnTo>
                  <a:pt x="3619500" y="1270006"/>
                </a:lnTo>
                <a:cubicBezTo>
                  <a:pt x="3619500" y="1326115"/>
                  <a:pt x="3574015" y="1371600"/>
                  <a:pt x="3517906" y="1371600"/>
                </a:cubicBezTo>
                <a:lnTo>
                  <a:pt x="101594" y="1371600"/>
                </a:lnTo>
                <a:cubicBezTo>
                  <a:pt x="45485" y="1371600"/>
                  <a:pt x="0" y="1326115"/>
                  <a:pt x="0" y="1270006"/>
                </a:cubicBezTo>
                <a:lnTo>
                  <a:pt x="0" y="101594"/>
                </a:lnTo>
                <a:cubicBezTo>
                  <a:pt x="0" y="45523"/>
                  <a:pt x="45523" y="0"/>
                  <a:pt x="101594" y="0"/>
                </a:cubicBezTo>
                <a:close/>
              </a:path>
            </a:pathLst>
          </a:custGeom>
          <a:solidFill>
            <a:srgbClr val="1A202C"/>
          </a:solidFill>
          <a:ln/>
        </p:spPr>
      </p:sp>
      <p:sp>
        <p:nvSpPr>
          <p:cNvPr id="76" name="Shape 74"/>
          <p:cNvSpPr/>
          <p:nvPr/>
        </p:nvSpPr>
        <p:spPr>
          <a:xfrm>
            <a:off x="12153900" y="72136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ubicBezTo>
                  <a:pt x="0" y="51216"/>
                  <a:pt x="51216" y="0"/>
                  <a:pt x="114300" y="0"/>
                </a:cubicBezTo>
                <a:close/>
                <a:moveTo>
                  <a:pt x="103584" y="53578"/>
                </a:moveTo>
                <a:lnTo>
                  <a:pt x="103584" y="114300"/>
                </a:lnTo>
                <a:cubicBezTo>
                  <a:pt x="103584" y="117872"/>
                  <a:pt x="105370" y="121221"/>
                  <a:pt x="108362" y="123230"/>
                </a:cubicBezTo>
                <a:lnTo>
                  <a:pt x="151224" y="151805"/>
                </a:lnTo>
                <a:cubicBezTo>
                  <a:pt x="156136" y="155109"/>
                  <a:pt x="162788" y="153769"/>
                  <a:pt x="166092" y="148813"/>
                </a:cubicBezTo>
                <a:cubicBezTo>
                  <a:pt x="169396" y="143857"/>
                  <a:pt x="168057" y="137249"/>
                  <a:pt x="163101" y="133945"/>
                </a:cubicBezTo>
                <a:lnTo>
                  <a:pt x="125016" y="108585"/>
                </a:lnTo>
                <a:lnTo>
                  <a:pt x="125016" y="53578"/>
                </a:lnTo>
                <a:cubicBezTo>
                  <a:pt x="125016" y="47640"/>
                  <a:pt x="120238" y="42863"/>
                  <a:pt x="114300" y="42863"/>
                </a:cubicBezTo>
                <a:cubicBezTo>
                  <a:pt x="108362" y="42863"/>
                  <a:pt x="103584" y="47640"/>
                  <a:pt x="103584" y="53578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77" name="Text 75"/>
          <p:cNvSpPr/>
          <p:nvPr/>
        </p:nvSpPr>
        <p:spPr>
          <a:xfrm>
            <a:off x="12560300" y="7150100"/>
            <a:ext cx="1905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Forecast Horizon</a:t>
            </a:r>
            <a:endParaRPr lang="en-US" sz="1600"/>
          </a:p>
        </p:txBody>
      </p:sp>
      <p:sp>
        <p:nvSpPr>
          <p:cNvPr id="78" name="Text 76"/>
          <p:cNvSpPr/>
          <p:nvPr/>
        </p:nvSpPr>
        <p:spPr>
          <a:xfrm>
            <a:off x="12122150" y="7607300"/>
            <a:ext cx="3416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Adjustable from 7 to 90 days ahead</a:t>
            </a:r>
            <a:endParaRPr lang="en-US" sz="160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EECBC13-DF51-0846-6263-11E41EE8C4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5" y="6380"/>
            <a:ext cx="16260611" cy="9131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7003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8ADC0F5-2668-C5FA-B691-CB54933936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5" y="6380"/>
            <a:ext cx="16260610" cy="9131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2766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1F91517-8496-46F9-CF23-3E882FE024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9" y="7078"/>
            <a:ext cx="16260612" cy="9112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1089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5610" y="569951"/>
            <a:ext cx="594732" cy="594732"/>
          </a:xfrm>
          <a:custGeom>
            <a:avLst/>
            <a:gdLst/>
            <a:ahLst/>
            <a:cxnLst/>
            <a:rect l="l" t="t" r="r" b="b"/>
            <a:pathLst>
              <a:path w="594732" h="594732">
                <a:moveTo>
                  <a:pt x="148683" y="0"/>
                </a:moveTo>
                <a:lnTo>
                  <a:pt x="446049" y="0"/>
                </a:lnTo>
                <a:cubicBezTo>
                  <a:pt x="528109" y="0"/>
                  <a:pt x="594732" y="66623"/>
                  <a:pt x="594732" y="148683"/>
                </a:cubicBezTo>
                <a:lnTo>
                  <a:pt x="594732" y="446049"/>
                </a:lnTo>
                <a:cubicBezTo>
                  <a:pt x="594732" y="528164"/>
                  <a:pt x="528164" y="594732"/>
                  <a:pt x="446049" y="594732"/>
                </a:cubicBezTo>
                <a:lnTo>
                  <a:pt x="148683" y="594732"/>
                </a:lnTo>
                <a:cubicBezTo>
                  <a:pt x="66623" y="594732"/>
                  <a:pt x="0" y="528109"/>
                  <a:pt x="0" y="446049"/>
                </a:cubicBezTo>
                <a:lnTo>
                  <a:pt x="0" y="148683"/>
                </a:lnTo>
                <a:cubicBezTo>
                  <a:pt x="0" y="66568"/>
                  <a:pt x="66568" y="0"/>
                  <a:pt x="148683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25707" y="718634"/>
            <a:ext cx="334537" cy="297366"/>
          </a:xfrm>
          <a:custGeom>
            <a:avLst/>
            <a:gdLst/>
            <a:ahLst/>
            <a:cxnLst/>
            <a:rect l="l" t="t" r="r" b="b"/>
            <a:pathLst>
              <a:path w="334537" h="297366">
                <a:moveTo>
                  <a:pt x="0" y="195146"/>
                </a:moveTo>
                <a:cubicBezTo>
                  <a:pt x="0" y="241319"/>
                  <a:pt x="37461" y="278780"/>
                  <a:pt x="83634" y="278780"/>
                </a:cubicBezTo>
                <a:lnTo>
                  <a:pt x="260195" y="278780"/>
                </a:lnTo>
                <a:cubicBezTo>
                  <a:pt x="301257" y="278780"/>
                  <a:pt x="334537" y="245501"/>
                  <a:pt x="334537" y="204439"/>
                </a:cubicBezTo>
                <a:cubicBezTo>
                  <a:pt x="334537" y="174470"/>
                  <a:pt x="316822" y="148625"/>
                  <a:pt x="291268" y="136893"/>
                </a:cubicBezTo>
                <a:cubicBezTo>
                  <a:pt x="295159" y="129284"/>
                  <a:pt x="297366" y="120631"/>
                  <a:pt x="297366" y="111512"/>
                </a:cubicBezTo>
                <a:cubicBezTo>
                  <a:pt x="297366" y="80730"/>
                  <a:pt x="272392" y="55756"/>
                  <a:pt x="241610" y="55756"/>
                </a:cubicBezTo>
                <a:cubicBezTo>
                  <a:pt x="231330" y="55756"/>
                  <a:pt x="221747" y="58544"/>
                  <a:pt x="213499" y="63364"/>
                </a:cubicBezTo>
                <a:cubicBezTo>
                  <a:pt x="199502" y="36764"/>
                  <a:pt x="171566" y="18585"/>
                  <a:pt x="139390" y="18585"/>
                </a:cubicBezTo>
                <a:cubicBezTo>
                  <a:pt x="93217" y="18585"/>
                  <a:pt x="55756" y="56046"/>
                  <a:pt x="55756" y="102220"/>
                </a:cubicBezTo>
                <a:cubicBezTo>
                  <a:pt x="55756" y="106866"/>
                  <a:pt x="56163" y="111454"/>
                  <a:pt x="56860" y="115868"/>
                </a:cubicBezTo>
                <a:cubicBezTo>
                  <a:pt x="23813" y="127019"/>
                  <a:pt x="0" y="158324"/>
                  <a:pt x="0" y="195146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4" name="Text 2"/>
          <p:cNvSpPr/>
          <p:nvPr/>
        </p:nvSpPr>
        <p:spPr>
          <a:xfrm>
            <a:off x="1239024" y="495610"/>
            <a:ext cx="7248293" cy="247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6" b="1" kern="0" spc="137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Production-Grade System</a:t>
            </a:r>
            <a:endParaRPr lang="en-US" sz="1600"/>
          </a:p>
        </p:txBody>
      </p:sp>
      <p:sp>
        <p:nvSpPr>
          <p:cNvPr id="5" name="Text 3"/>
          <p:cNvSpPr/>
          <p:nvPr/>
        </p:nvSpPr>
        <p:spPr>
          <a:xfrm>
            <a:off x="1239024" y="743415"/>
            <a:ext cx="7384585" cy="495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512" b="1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 Deployment &amp; Infrastructure</a:t>
            </a:r>
            <a:endParaRPr lang="en-US" sz="1600"/>
          </a:p>
        </p:txBody>
      </p:sp>
      <p:sp>
        <p:nvSpPr>
          <p:cNvPr id="6" name="Shape 4"/>
          <p:cNvSpPr/>
          <p:nvPr/>
        </p:nvSpPr>
        <p:spPr>
          <a:xfrm>
            <a:off x="495610" y="1387707"/>
            <a:ext cx="1585951" cy="49561"/>
          </a:xfrm>
          <a:custGeom>
            <a:avLst/>
            <a:gdLst/>
            <a:ahLst/>
            <a:cxnLst/>
            <a:rect l="l" t="t" r="r" b="b"/>
            <a:pathLst>
              <a:path w="1585951" h="49561">
                <a:moveTo>
                  <a:pt x="0" y="0"/>
                </a:moveTo>
                <a:lnTo>
                  <a:pt x="1585951" y="0"/>
                </a:lnTo>
                <a:lnTo>
                  <a:pt x="1585951" y="49561"/>
                </a:lnTo>
                <a:lnTo>
                  <a:pt x="0" y="49561"/>
                </a:lnTo>
                <a:lnTo>
                  <a:pt x="0" y="0"/>
                </a:ln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7" name="Shape 5"/>
          <p:cNvSpPr/>
          <p:nvPr/>
        </p:nvSpPr>
        <p:spPr>
          <a:xfrm>
            <a:off x="520390" y="1635512"/>
            <a:ext cx="4931317" cy="4410927"/>
          </a:xfrm>
          <a:custGeom>
            <a:avLst/>
            <a:gdLst/>
            <a:ahLst/>
            <a:cxnLst/>
            <a:rect l="l" t="t" r="r" b="b"/>
            <a:pathLst>
              <a:path w="4931317" h="4410927">
                <a:moveTo>
                  <a:pt x="49561" y="0"/>
                </a:moveTo>
                <a:lnTo>
                  <a:pt x="4782625" y="0"/>
                </a:lnTo>
                <a:cubicBezTo>
                  <a:pt x="4864745" y="0"/>
                  <a:pt x="4931317" y="66572"/>
                  <a:pt x="4931317" y="148692"/>
                </a:cubicBezTo>
                <a:lnTo>
                  <a:pt x="4931317" y="4262234"/>
                </a:lnTo>
                <a:cubicBezTo>
                  <a:pt x="4931317" y="4344355"/>
                  <a:pt x="4864745" y="4410927"/>
                  <a:pt x="4782625" y="4410927"/>
                </a:cubicBezTo>
                <a:lnTo>
                  <a:pt x="49561" y="4410927"/>
                </a:lnTo>
                <a:cubicBezTo>
                  <a:pt x="22189" y="4410927"/>
                  <a:pt x="0" y="4388738"/>
                  <a:pt x="0" y="4361366"/>
                </a:cubicBezTo>
                <a:lnTo>
                  <a:pt x="0" y="49561"/>
                </a:lnTo>
                <a:cubicBezTo>
                  <a:pt x="0" y="22189"/>
                  <a:pt x="22189" y="0"/>
                  <a:pt x="49561" y="0"/>
                </a:cubicBezTo>
                <a:close/>
              </a:path>
            </a:pathLst>
          </a:custGeom>
          <a:solidFill>
            <a:srgbClr val="2D3748"/>
          </a:solidFill>
          <a:ln/>
        </p:spPr>
      </p:sp>
      <p:sp>
        <p:nvSpPr>
          <p:cNvPr id="8" name="Shape 6"/>
          <p:cNvSpPr/>
          <p:nvPr/>
        </p:nvSpPr>
        <p:spPr>
          <a:xfrm>
            <a:off x="520390" y="1635512"/>
            <a:ext cx="49561" cy="4410927"/>
          </a:xfrm>
          <a:custGeom>
            <a:avLst/>
            <a:gdLst/>
            <a:ahLst/>
            <a:cxnLst/>
            <a:rect l="l" t="t" r="r" b="b"/>
            <a:pathLst>
              <a:path w="49561" h="4410927">
                <a:moveTo>
                  <a:pt x="49561" y="0"/>
                </a:moveTo>
                <a:lnTo>
                  <a:pt x="49561" y="0"/>
                </a:lnTo>
                <a:lnTo>
                  <a:pt x="49561" y="4410927"/>
                </a:lnTo>
                <a:lnTo>
                  <a:pt x="49561" y="4410927"/>
                </a:lnTo>
                <a:cubicBezTo>
                  <a:pt x="22189" y="4410927"/>
                  <a:pt x="0" y="4388738"/>
                  <a:pt x="0" y="4361366"/>
                </a:cubicBezTo>
                <a:lnTo>
                  <a:pt x="0" y="49561"/>
                </a:lnTo>
                <a:cubicBezTo>
                  <a:pt x="0" y="22208"/>
                  <a:pt x="22208" y="0"/>
                  <a:pt x="49561" y="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9" name="Shape 7"/>
          <p:cNvSpPr/>
          <p:nvPr/>
        </p:nvSpPr>
        <p:spPr>
          <a:xfrm>
            <a:off x="746512" y="1846146"/>
            <a:ext cx="464634" cy="371707"/>
          </a:xfrm>
          <a:custGeom>
            <a:avLst/>
            <a:gdLst/>
            <a:ahLst/>
            <a:cxnLst/>
            <a:rect l="l" t="t" r="r" b="b"/>
            <a:pathLst>
              <a:path w="464634" h="371707">
                <a:moveTo>
                  <a:pt x="130969" y="147376"/>
                </a:moveTo>
                <a:cubicBezTo>
                  <a:pt x="130461" y="163784"/>
                  <a:pt x="138664" y="171116"/>
                  <a:pt x="138882" y="175690"/>
                </a:cubicBezTo>
                <a:cubicBezTo>
                  <a:pt x="138809" y="176634"/>
                  <a:pt x="138446" y="177505"/>
                  <a:pt x="137938" y="178303"/>
                </a:cubicBezTo>
                <a:cubicBezTo>
                  <a:pt x="137430" y="179102"/>
                  <a:pt x="136704" y="179755"/>
                  <a:pt x="135905" y="180191"/>
                </a:cubicBezTo>
                <a:lnTo>
                  <a:pt x="126613" y="186725"/>
                </a:lnTo>
                <a:cubicBezTo>
                  <a:pt x="125379" y="187596"/>
                  <a:pt x="123999" y="188032"/>
                  <a:pt x="122547" y="188104"/>
                </a:cubicBezTo>
                <a:cubicBezTo>
                  <a:pt x="122257" y="188104"/>
                  <a:pt x="116594" y="189411"/>
                  <a:pt x="107664" y="169519"/>
                </a:cubicBezTo>
                <a:cubicBezTo>
                  <a:pt x="102220" y="176343"/>
                  <a:pt x="95323" y="181788"/>
                  <a:pt x="87409" y="185491"/>
                </a:cubicBezTo>
                <a:cubicBezTo>
                  <a:pt x="79496" y="189193"/>
                  <a:pt x="70929" y="191081"/>
                  <a:pt x="62217" y="190936"/>
                </a:cubicBezTo>
                <a:cubicBezTo>
                  <a:pt x="50384" y="191589"/>
                  <a:pt x="18368" y="184256"/>
                  <a:pt x="20037" y="150135"/>
                </a:cubicBezTo>
                <a:cubicBezTo>
                  <a:pt x="18876" y="122329"/>
                  <a:pt x="44794" y="105051"/>
                  <a:pt x="71510" y="106575"/>
                </a:cubicBezTo>
                <a:cubicBezTo>
                  <a:pt x="76665" y="106575"/>
                  <a:pt x="87192" y="106866"/>
                  <a:pt x="105632" y="111149"/>
                </a:cubicBezTo>
                <a:lnTo>
                  <a:pt x="105632" y="99824"/>
                </a:lnTo>
                <a:cubicBezTo>
                  <a:pt x="107592" y="80585"/>
                  <a:pt x="94960" y="65702"/>
                  <a:pt x="73107" y="67953"/>
                </a:cubicBezTo>
                <a:cubicBezTo>
                  <a:pt x="71365" y="67953"/>
                  <a:pt x="59023" y="67590"/>
                  <a:pt x="39857" y="75285"/>
                </a:cubicBezTo>
                <a:cubicBezTo>
                  <a:pt x="34485" y="77754"/>
                  <a:pt x="33831" y="77318"/>
                  <a:pt x="32016" y="77318"/>
                </a:cubicBezTo>
                <a:cubicBezTo>
                  <a:pt x="26644" y="77318"/>
                  <a:pt x="28822" y="61709"/>
                  <a:pt x="29911" y="59749"/>
                </a:cubicBezTo>
                <a:cubicBezTo>
                  <a:pt x="33686" y="55103"/>
                  <a:pt x="55974" y="46391"/>
                  <a:pt x="77754" y="46536"/>
                </a:cubicBezTo>
                <a:cubicBezTo>
                  <a:pt x="92346" y="45229"/>
                  <a:pt x="106866" y="49730"/>
                  <a:pt x="118191" y="59096"/>
                </a:cubicBezTo>
                <a:cubicBezTo>
                  <a:pt x="122765" y="64250"/>
                  <a:pt x="126322" y="70276"/>
                  <a:pt x="128500" y="76810"/>
                </a:cubicBezTo>
                <a:cubicBezTo>
                  <a:pt x="130678" y="83344"/>
                  <a:pt x="131550" y="90241"/>
                  <a:pt x="131041" y="97138"/>
                </a:cubicBezTo>
                <a:lnTo>
                  <a:pt x="131041" y="147449"/>
                </a:lnTo>
                <a:close/>
                <a:moveTo>
                  <a:pt x="68243" y="170898"/>
                </a:moveTo>
                <a:cubicBezTo>
                  <a:pt x="91765" y="170535"/>
                  <a:pt x="101784" y="156378"/>
                  <a:pt x="104034" y="148756"/>
                </a:cubicBezTo>
                <a:cubicBezTo>
                  <a:pt x="105849" y="141423"/>
                  <a:pt x="105559" y="136849"/>
                  <a:pt x="105559" y="128863"/>
                </a:cubicBezTo>
                <a:cubicBezTo>
                  <a:pt x="98517" y="127194"/>
                  <a:pt x="88426" y="125306"/>
                  <a:pt x="76810" y="125306"/>
                </a:cubicBezTo>
                <a:cubicBezTo>
                  <a:pt x="65775" y="124507"/>
                  <a:pt x="45737" y="129372"/>
                  <a:pt x="46536" y="148756"/>
                </a:cubicBezTo>
                <a:cubicBezTo>
                  <a:pt x="45665" y="160952"/>
                  <a:pt x="54595" y="171552"/>
                  <a:pt x="68316" y="170898"/>
                </a:cubicBezTo>
                <a:close/>
                <a:moveTo>
                  <a:pt x="192315" y="187669"/>
                </a:moveTo>
                <a:cubicBezTo>
                  <a:pt x="186580" y="188177"/>
                  <a:pt x="183966" y="184111"/>
                  <a:pt x="183095" y="180118"/>
                </a:cubicBezTo>
                <a:lnTo>
                  <a:pt x="146941" y="60548"/>
                </a:lnTo>
                <a:cubicBezTo>
                  <a:pt x="146215" y="58515"/>
                  <a:pt x="145779" y="56482"/>
                  <a:pt x="145561" y="54304"/>
                </a:cubicBezTo>
                <a:cubicBezTo>
                  <a:pt x="145416" y="53433"/>
                  <a:pt x="145634" y="52562"/>
                  <a:pt x="146142" y="51836"/>
                </a:cubicBezTo>
                <a:cubicBezTo>
                  <a:pt x="146650" y="51110"/>
                  <a:pt x="147449" y="50674"/>
                  <a:pt x="148320" y="50529"/>
                </a:cubicBezTo>
                <a:cubicBezTo>
                  <a:pt x="148465" y="50529"/>
                  <a:pt x="146795" y="50529"/>
                  <a:pt x="164437" y="50529"/>
                </a:cubicBezTo>
                <a:cubicBezTo>
                  <a:pt x="170826" y="49876"/>
                  <a:pt x="172858" y="54885"/>
                  <a:pt x="173584" y="58079"/>
                </a:cubicBezTo>
                <a:lnTo>
                  <a:pt x="199575" y="160299"/>
                </a:lnTo>
                <a:lnTo>
                  <a:pt x="223678" y="58079"/>
                </a:lnTo>
                <a:cubicBezTo>
                  <a:pt x="224041" y="55756"/>
                  <a:pt x="225783" y="50021"/>
                  <a:pt x="232970" y="50674"/>
                </a:cubicBezTo>
                <a:lnTo>
                  <a:pt x="245458" y="50674"/>
                </a:lnTo>
                <a:cubicBezTo>
                  <a:pt x="247055" y="50529"/>
                  <a:pt x="253516" y="50311"/>
                  <a:pt x="254678" y="58224"/>
                </a:cubicBezTo>
                <a:lnTo>
                  <a:pt x="278853" y="161678"/>
                </a:lnTo>
                <a:lnTo>
                  <a:pt x="305642" y="58152"/>
                </a:lnTo>
                <a:cubicBezTo>
                  <a:pt x="306005" y="56555"/>
                  <a:pt x="307602" y="49876"/>
                  <a:pt x="314862" y="50602"/>
                </a:cubicBezTo>
                <a:lnTo>
                  <a:pt x="329164" y="50602"/>
                </a:lnTo>
                <a:cubicBezTo>
                  <a:pt x="329818" y="50529"/>
                  <a:pt x="333665" y="50021"/>
                  <a:pt x="333012" y="56845"/>
                </a:cubicBezTo>
                <a:cubicBezTo>
                  <a:pt x="332722" y="58152"/>
                  <a:pt x="335480" y="49077"/>
                  <a:pt x="294680" y="180191"/>
                </a:cubicBezTo>
                <a:cubicBezTo>
                  <a:pt x="293881" y="184184"/>
                  <a:pt x="291195" y="188249"/>
                  <a:pt x="285460" y="187741"/>
                </a:cubicBezTo>
                <a:lnTo>
                  <a:pt x="271884" y="187741"/>
                </a:lnTo>
                <a:cubicBezTo>
                  <a:pt x="263970" y="188612"/>
                  <a:pt x="262809" y="180699"/>
                  <a:pt x="262663" y="179973"/>
                </a:cubicBezTo>
                <a:lnTo>
                  <a:pt x="238561" y="80440"/>
                </a:lnTo>
                <a:lnTo>
                  <a:pt x="214748" y="179901"/>
                </a:lnTo>
                <a:cubicBezTo>
                  <a:pt x="214603" y="180699"/>
                  <a:pt x="213514" y="188540"/>
                  <a:pt x="205528" y="187669"/>
                </a:cubicBezTo>
                <a:lnTo>
                  <a:pt x="192242" y="187669"/>
                </a:lnTo>
                <a:lnTo>
                  <a:pt x="192242" y="187669"/>
                </a:lnTo>
                <a:close/>
                <a:moveTo>
                  <a:pt x="390873" y="191734"/>
                </a:moveTo>
                <a:cubicBezTo>
                  <a:pt x="386590" y="191734"/>
                  <a:pt x="366262" y="191516"/>
                  <a:pt x="349202" y="182804"/>
                </a:cubicBezTo>
                <a:cubicBezTo>
                  <a:pt x="347532" y="182079"/>
                  <a:pt x="346080" y="180917"/>
                  <a:pt x="345063" y="179320"/>
                </a:cubicBezTo>
                <a:cubicBezTo>
                  <a:pt x="344047" y="177723"/>
                  <a:pt x="343539" y="175980"/>
                  <a:pt x="343539" y="174165"/>
                </a:cubicBezTo>
                <a:lnTo>
                  <a:pt x="343539" y="166397"/>
                </a:lnTo>
                <a:cubicBezTo>
                  <a:pt x="343539" y="160226"/>
                  <a:pt x="348040" y="161388"/>
                  <a:pt x="349928" y="162114"/>
                </a:cubicBezTo>
                <a:cubicBezTo>
                  <a:pt x="357188" y="165090"/>
                  <a:pt x="361906" y="167268"/>
                  <a:pt x="370836" y="169083"/>
                </a:cubicBezTo>
                <a:cubicBezTo>
                  <a:pt x="397480" y="174528"/>
                  <a:pt x="409168" y="167413"/>
                  <a:pt x="412000" y="165816"/>
                </a:cubicBezTo>
                <a:cubicBezTo>
                  <a:pt x="421583" y="160154"/>
                  <a:pt x="422309" y="147158"/>
                  <a:pt x="415848" y="140479"/>
                </a:cubicBezTo>
                <a:cubicBezTo>
                  <a:pt x="408225" y="134091"/>
                  <a:pt x="404595" y="133873"/>
                  <a:pt x="377297" y="125233"/>
                </a:cubicBezTo>
                <a:cubicBezTo>
                  <a:pt x="373958" y="124290"/>
                  <a:pt x="345572" y="115360"/>
                  <a:pt x="345499" y="87192"/>
                </a:cubicBezTo>
                <a:cubicBezTo>
                  <a:pt x="345063" y="66719"/>
                  <a:pt x="363649" y="46391"/>
                  <a:pt x="395955" y="46536"/>
                </a:cubicBezTo>
                <a:cubicBezTo>
                  <a:pt x="405175" y="46536"/>
                  <a:pt x="429641" y="49513"/>
                  <a:pt x="436321" y="57861"/>
                </a:cubicBezTo>
                <a:cubicBezTo>
                  <a:pt x="437337" y="59386"/>
                  <a:pt x="437772" y="61201"/>
                  <a:pt x="437700" y="62943"/>
                </a:cubicBezTo>
                <a:lnTo>
                  <a:pt x="437700" y="70276"/>
                </a:lnTo>
                <a:cubicBezTo>
                  <a:pt x="437700" y="73470"/>
                  <a:pt x="436538" y="75140"/>
                  <a:pt x="434143" y="75140"/>
                </a:cubicBezTo>
                <a:cubicBezTo>
                  <a:pt x="428552" y="74487"/>
                  <a:pt x="418606" y="67009"/>
                  <a:pt x="398424" y="67299"/>
                </a:cubicBezTo>
                <a:cubicBezTo>
                  <a:pt x="393414" y="67009"/>
                  <a:pt x="369457" y="67953"/>
                  <a:pt x="370546" y="85449"/>
                </a:cubicBezTo>
                <a:cubicBezTo>
                  <a:pt x="370255" y="99243"/>
                  <a:pt x="389857" y="104397"/>
                  <a:pt x="392108" y="104978"/>
                </a:cubicBezTo>
                <a:cubicBezTo>
                  <a:pt x="418606" y="112964"/>
                  <a:pt x="427391" y="114271"/>
                  <a:pt x="437918" y="126468"/>
                </a:cubicBezTo>
                <a:cubicBezTo>
                  <a:pt x="450332" y="142585"/>
                  <a:pt x="443653" y="161533"/>
                  <a:pt x="441039" y="166688"/>
                </a:cubicBezTo>
                <a:cubicBezTo>
                  <a:pt x="427173" y="193912"/>
                  <a:pt x="391382" y="191662"/>
                  <a:pt x="390728" y="191662"/>
                </a:cubicBezTo>
                <a:close/>
                <a:moveTo>
                  <a:pt x="420058" y="267891"/>
                </a:moveTo>
                <a:cubicBezTo>
                  <a:pt x="369239" y="305424"/>
                  <a:pt x="295406" y="325389"/>
                  <a:pt x="232390" y="325389"/>
                </a:cubicBezTo>
                <a:cubicBezTo>
                  <a:pt x="147376" y="325970"/>
                  <a:pt x="65194" y="294680"/>
                  <a:pt x="2033" y="237762"/>
                </a:cubicBezTo>
                <a:cubicBezTo>
                  <a:pt x="-2686" y="233479"/>
                  <a:pt x="1452" y="227598"/>
                  <a:pt x="7260" y="230865"/>
                </a:cubicBezTo>
                <a:cubicBezTo>
                  <a:pt x="77318" y="270940"/>
                  <a:pt x="156596" y="291994"/>
                  <a:pt x="237326" y="291921"/>
                </a:cubicBezTo>
                <a:cubicBezTo>
                  <a:pt x="297584" y="291631"/>
                  <a:pt x="357188" y="279361"/>
                  <a:pt x="412726" y="255984"/>
                </a:cubicBezTo>
                <a:cubicBezTo>
                  <a:pt x="421292" y="252354"/>
                  <a:pt x="428552" y="261647"/>
                  <a:pt x="420058" y="267891"/>
                </a:cubicBezTo>
                <a:close/>
                <a:moveTo>
                  <a:pt x="441257" y="243715"/>
                </a:moveTo>
                <a:cubicBezTo>
                  <a:pt x="434723" y="235366"/>
                  <a:pt x="398206" y="239795"/>
                  <a:pt x="381871" y="241755"/>
                </a:cubicBezTo>
                <a:cubicBezTo>
                  <a:pt x="376934" y="242336"/>
                  <a:pt x="376136" y="238052"/>
                  <a:pt x="380564" y="234858"/>
                </a:cubicBezTo>
                <a:cubicBezTo>
                  <a:pt x="409677" y="214385"/>
                  <a:pt x="457447" y="220266"/>
                  <a:pt x="462892" y="227163"/>
                </a:cubicBezTo>
                <a:cubicBezTo>
                  <a:pt x="468337" y="234059"/>
                  <a:pt x="461367" y="281902"/>
                  <a:pt x="434143" y="304771"/>
                </a:cubicBezTo>
                <a:cubicBezTo>
                  <a:pt x="429932" y="308328"/>
                  <a:pt x="425939" y="306441"/>
                  <a:pt x="427826" y="301794"/>
                </a:cubicBezTo>
                <a:cubicBezTo>
                  <a:pt x="433925" y="286331"/>
                  <a:pt x="447719" y="252064"/>
                  <a:pt x="441185" y="243715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10" name="Text 8"/>
          <p:cNvSpPr/>
          <p:nvPr/>
        </p:nvSpPr>
        <p:spPr>
          <a:xfrm>
            <a:off x="1356732" y="1833756"/>
            <a:ext cx="1474439" cy="396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341" b="1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AWS EC2</a:t>
            </a:r>
            <a:endParaRPr lang="en-US" sz="1600"/>
          </a:p>
        </p:txBody>
      </p:sp>
      <p:sp>
        <p:nvSpPr>
          <p:cNvPr id="11" name="Shape 9"/>
          <p:cNvSpPr/>
          <p:nvPr/>
        </p:nvSpPr>
        <p:spPr>
          <a:xfrm>
            <a:off x="743415" y="2378927"/>
            <a:ext cx="4510049" cy="495610"/>
          </a:xfrm>
          <a:custGeom>
            <a:avLst/>
            <a:gdLst/>
            <a:ahLst/>
            <a:cxnLst/>
            <a:rect l="l" t="t" r="r" b="b"/>
            <a:pathLst>
              <a:path w="4510049" h="495610">
                <a:moveTo>
                  <a:pt x="49561" y="0"/>
                </a:moveTo>
                <a:lnTo>
                  <a:pt x="4460488" y="0"/>
                </a:lnTo>
                <a:cubicBezTo>
                  <a:pt x="4487860" y="0"/>
                  <a:pt x="4510049" y="22189"/>
                  <a:pt x="4510049" y="49561"/>
                </a:cubicBezTo>
                <a:lnTo>
                  <a:pt x="4510049" y="446049"/>
                </a:lnTo>
                <a:cubicBezTo>
                  <a:pt x="4510049" y="473421"/>
                  <a:pt x="4487860" y="495610"/>
                  <a:pt x="4460488" y="495610"/>
                </a:cubicBezTo>
                <a:lnTo>
                  <a:pt x="49561" y="495610"/>
                </a:lnTo>
                <a:cubicBezTo>
                  <a:pt x="22189" y="495610"/>
                  <a:pt x="0" y="473421"/>
                  <a:pt x="0" y="446049"/>
                </a:cubicBezTo>
                <a:lnTo>
                  <a:pt x="0" y="49561"/>
                </a:lnTo>
                <a:cubicBezTo>
                  <a:pt x="0" y="22208"/>
                  <a:pt x="22208" y="0"/>
                  <a:pt x="49561" y="0"/>
                </a:cubicBezTo>
                <a:close/>
              </a:path>
            </a:pathLst>
          </a:custGeom>
          <a:solidFill>
            <a:srgbClr val="1A202C"/>
          </a:solidFill>
          <a:ln/>
        </p:spPr>
      </p:sp>
      <p:sp>
        <p:nvSpPr>
          <p:cNvPr id="12" name="Text 10"/>
          <p:cNvSpPr/>
          <p:nvPr/>
        </p:nvSpPr>
        <p:spPr>
          <a:xfrm>
            <a:off x="842537" y="2478049"/>
            <a:ext cx="1288585" cy="297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61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Instance Type</a:t>
            </a:r>
            <a:endParaRPr lang="en-US" sz="1600"/>
          </a:p>
        </p:txBody>
      </p:sp>
      <p:sp>
        <p:nvSpPr>
          <p:cNvPr id="13" name="Text 11"/>
          <p:cNvSpPr/>
          <p:nvPr/>
        </p:nvSpPr>
        <p:spPr>
          <a:xfrm>
            <a:off x="4416296" y="2478049"/>
            <a:ext cx="842537" cy="297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61" b="1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t2.micro</a:t>
            </a:r>
            <a:endParaRPr lang="en-US" sz="1600"/>
          </a:p>
        </p:txBody>
      </p:sp>
      <p:sp>
        <p:nvSpPr>
          <p:cNvPr id="14" name="Shape 12"/>
          <p:cNvSpPr/>
          <p:nvPr/>
        </p:nvSpPr>
        <p:spPr>
          <a:xfrm>
            <a:off x="743415" y="2973662"/>
            <a:ext cx="4510049" cy="495610"/>
          </a:xfrm>
          <a:custGeom>
            <a:avLst/>
            <a:gdLst/>
            <a:ahLst/>
            <a:cxnLst/>
            <a:rect l="l" t="t" r="r" b="b"/>
            <a:pathLst>
              <a:path w="4510049" h="495610">
                <a:moveTo>
                  <a:pt x="49561" y="0"/>
                </a:moveTo>
                <a:lnTo>
                  <a:pt x="4460488" y="0"/>
                </a:lnTo>
                <a:cubicBezTo>
                  <a:pt x="4487860" y="0"/>
                  <a:pt x="4510049" y="22189"/>
                  <a:pt x="4510049" y="49561"/>
                </a:cubicBezTo>
                <a:lnTo>
                  <a:pt x="4510049" y="446049"/>
                </a:lnTo>
                <a:cubicBezTo>
                  <a:pt x="4510049" y="473421"/>
                  <a:pt x="4487860" y="495610"/>
                  <a:pt x="4460488" y="495610"/>
                </a:cubicBezTo>
                <a:lnTo>
                  <a:pt x="49561" y="495610"/>
                </a:lnTo>
                <a:cubicBezTo>
                  <a:pt x="22189" y="495610"/>
                  <a:pt x="0" y="473421"/>
                  <a:pt x="0" y="446049"/>
                </a:cubicBezTo>
                <a:lnTo>
                  <a:pt x="0" y="49561"/>
                </a:lnTo>
                <a:cubicBezTo>
                  <a:pt x="0" y="22208"/>
                  <a:pt x="22208" y="0"/>
                  <a:pt x="49561" y="0"/>
                </a:cubicBezTo>
                <a:close/>
              </a:path>
            </a:pathLst>
          </a:custGeom>
          <a:solidFill>
            <a:srgbClr val="1A202C"/>
          </a:solidFill>
          <a:ln/>
        </p:spPr>
      </p:sp>
      <p:sp>
        <p:nvSpPr>
          <p:cNvPr id="15" name="Text 13"/>
          <p:cNvSpPr/>
          <p:nvPr/>
        </p:nvSpPr>
        <p:spPr>
          <a:xfrm>
            <a:off x="842537" y="3072784"/>
            <a:ext cx="359317" cy="297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61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OS</a:t>
            </a:r>
            <a:endParaRPr lang="en-US" sz="1600"/>
          </a:p>
        </p:txBody>
      </p:sp>
      <p:sp>
        <p:nvSpPr>
          <p:cNvPr id="16" name="Text 14"/>
          <p:cNvSpPr/>
          <p:nvPr/>
        </p:nvSpPr>
        <p:spPr>
          <a:xfrm>
            <a:off x="3567151" y="3072784"/>
            <a:ext cx="1685073" cy="297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61" b="1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Ubuntu 22.04 LTS</a:t>
            </a:r>
            <a:endParaRPr lang="en-US" sz="1600"/>
          </a:p>
        </p:txBody>
      </p:sp>
      <p:sp>
        <p:nvSpPr>
          <p:cNvPr id="17" name="Shape 15"/>
          <p:cNvSpPr/>
          <p:nvPr/>
        </p:nvSpPr>
        <p:spPr>
          <a:xfrm>
            <a:off x="743415" y="3568393"/>
            <a:ext cx="4510049" cy="495610"/>
          </a:xfrm>
          <a:custGeom>
            <a:avLst/>
            <a:gdLst/>
            <a:ahLst/>
            <a:cxnLst/>
            <a:rect l="l" t="t" r="r" b="b"/>
            <a:pathLst>
              <a:path w="4510049" h="495610">
                <a:moveTo>
                  <a:pt x="49561" y="0"/>
                </a:moveTo>
                <a:lnTo>
                  <a:pt x="4460488" y="0"/>
                </a:lnTo>
                <a:cubicBezTo>
                  <a:pt x="4487860" y="0"/>
                  <a:pt x="4510049" y="22189"/>
                  <a:pt x="4510049" y="49561"/>
                </a:cubicBezTo>
                <a:lnTo>
                  <a:pt x="4510049" y="446049"/>
                </a:lnTo>
                <a:cubicBezTo>
                  <a:pt x="4510049" y="473421"/>
                  <a:pt x="4487860" y="495610"/>
                  <a:pt x="4460488" y="495610"/>
                </a:cubicBezTo>
                <a:lnTo>
                  <a:pt x="49561" y="495610"/>
                </a:lnTo>
                <a:cubicBezTo>
                  <a:pt x="22189" y="495610"/>
                  <a:pt x="0" y="473421"/>
                  <a:pt x="0" y="446049"/>
                </a:cubicBezTo>
                <a:lnTo>
                  <a:pt x="0" y="49561"/>
                </a:lnTo>
                <a:cubicBezTo>
                  <a:pt x="0" y="22208"/>
                  <a:pt x="22208" y="0"/>
                  <a:pt x="49561" y="0"/>
                </a:cubicBezTo>
                <a:close/>
              </a:path>
            </a:pathLst>
          </a:custGeom>
          <a:solidFill>
            <a:srgbClr val="1A202C"/>
          </a:solidFill>
          <a:ln/>
        </p:spPr>
      </p:sp>
      <p:sp>
        <p:nvSpPr>
          <p:cNvPr id="18" name="Text 16"/>
          <p:cNvSpPr/>
          <p:nvPr/>
        </p:nvSpPr>
        <p:spPr>
          <a:xfrm>
            <a:off x="842537" y="3667515"/>
            <a:ext cx="755805" cy="297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61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Storage</a:t>
            </a:r>
            <a:endParaRPr lang="en-US" sz="1600"/>
          </a:p>
        </p:txBody>
      </p:sp>
      <p:sp>
        <p:nvSpPr>
          <p:cNvPr id="19" name="Text 17"/>
          <p:cNvSpPr/>
          <p:nvPr/>
        </p:nvSpPr>
        <p:spPr>
          <a:xfrm>
            <a:off x="4236224" y="3667515"/>
            <a:ext cx="1016000" cy="297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0" b="1">
                <a:solidFill>
                  <a:srgbClr val="E2E8F0"/>
                </a:solidFill>
                <a:latin typeface="Quattrocento Sans"/>
                <a:ea typeface="Quattrocento Sans" pitchFamily="34" charset="-122"/>
                <a:cs typeface="Quattrocento Sans" pitchFamily="34" charset="-120"/>
              </a:rPr>
              <a:t>8GB SSD</a:t>
            </a:r>
            <a:endParaRPr lang="en-US" sz="1550">
              <a:latin typeface="Quattrocento San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43415" y="4163125"/>
            <a:ext cx="4510049" cy="495610"/>
          </a:xfrm>
          <a:custGeom>
            <a:avLst/>
            <a:gdLst/>
            <a:ahLst/>
            <a:cxnLst/>
            <a:rect l="l" t="t" r="r" b="b"/>
            <a:pathLst>
              <a:path w="4510049" h="495610">
                <a:moveTo>
                  <a:pt x="49561" y="0"/>
                </a:moveTo>
                <a:lnTo>
                  <a:pt x="4460488" y="0"/>
                </a:lnTo>
                <a:cubicBezTo>
                  <a:pt x="4487860" y="0"/>
                  <a:pt x="4510049" y="22189"/>
                  <a:pt x="4510049" y="49561"/>
                </a:cubicBezTo>
                <a:lnTo>
                  <a:pt x="4510049" y="446049"/>
                </a:lnTo>
                <a:cubicBezTo>
                  <a:pt x="4510049" y="473421"/>
                  <a:pt x="4487860" y="495610"/>
                  <a:pt x="4460488" y="495610"/>
                </a:cubicBezTo>
                <a:lnTo>
                  <a:pt x="49561" y="495610"/>
                </a:lnTo>
                <a:cubicBezTo>
                  <a:pt x="22189" y="495610"/>
                  <a:pt x="0" y="473421"/>
                  <a:pt x="0" y="446049"/>
                </a:cubicBezTo>
                <a:lnTo>
                  <a:pt x="0" y="49561"/>
                </a:lnTo>
                <a:cubicBezTo>
                  <a:pt x="0" y="22208"/>
                  <a:pt x="22208" y="0"/>
                  <a:pt x="49561" y="0"/>
                </a:cubicBezTo>
                <a:close/>
              </a:path>
            </a:pathLst>
          </a:custGeom>
          <a:solidFill>
            <a:srgbClr val="1A202C"/>
          </a:solidFill>
          <a:ln/>
        </p:spPr>
      </p:sp>
      <p:sp>
        <p:nvSpPr>
          <p:cNvPr id="21" name="Text 19"/>
          <p:cNvSpPr/>
          <p:nvPr/>
        </p:nvSpPr>
        <p:spPr>
          <a:xfrm>
            <a:off x="842537" y="4262247"/>
            <a:ext cx="508000" cy="297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61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RAM</a:t>
            </a:r>
            <a:endParaRPr lang="en-US" sz="1600"/>
          </a:p>
        </p:txBody>
      </p:sp>
      <p:sp>
        <p:nvSpPr>
          <p:cNvPr id="22" name="Text 20"/>
          <p:cNvSpPr/>
          <p:nvPr/>
        </p:nvSpPr>
        <p:spPr>
          <a:xfrm>
            <a:off x="4835293" y="4262247"/>
            <a:ext cx="421268" cy="297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61" b="1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1GB</a:t>
            </a:r>
            <a:endParaRPr lang="en-US" sz="1600"/>
          </a:p>
        </p:txBody>
      </p:sp>
      <p:sp>
        <p:nvSpPr>
          <p:cNvPr id="23" name="Shape 21"/>
          <p:cNvSpPr/>
          <p:nvPr/>
        </p:nvSpPr>
        <p:spPr>
          <a:xfrm>
            <a:off x="743415" y="4757857"/>
            <a:ext cx="4510049" cy="495610"/>
          </a:xfrm>
          <a:custGeom>
            <a:avLst/>
            <a:gdLst/>
            <a:ahLst/>
            <a:cxnLst/>
            <a:rect l="l" t="t" r="r" b="b"/>
            <a:pathLst>
              <a:path w="4510049" h="495610">
                <a:moveTo>
                  <a:pt x="49561" y="0"/>
                </a:moveTo>
                <a:lnTo>
                  <a:pt x="4460488" y="0"/>
                </a:lnTo>
                <a:cubicBezTo>
                  <a:pt x="4487860" y="0"/>
                  <a:pt x="4510049" y="22189"/>
                  <a:pt x="4510049" y="49561"/>
                </a:cubicBezTo>
                <a:lnTo>
                  <a:pt x="4510049" y="446049"/>
                </a:lnTo>
                <a:cubicBezTo>
                  <a:pt x="4510049" y="473421"/>
                  <a:pt x="4487860" y="495610"/>
                  <a:pt x="4460488" y="495610"/>
                </a:cubicBezTo>
                <a:lnTo>
                  <a:pt x="49561" y="495610"/>
                </a:lnTo>
                <a:cubicBezTo>
                  <a:pt x="22189" y="495610"/>
                  <a:pt x="0" y="473421"/>
                  <a:pt x="0" y="446049"/>
                </a:cubicBezTo>
                <a:lnTo>
                  <a:pt x="0" y="49561"/>
                </a:lnTo>
                <a:cubicBezTo>
                  <a:pt x="0" y="22208"/>
                  <a:pt x="22208" y="0"/>
                  <a:pt x="49561" y="0"/>
                </a:cubicBezTo>
                <a:close/>
              </a:path>
            </a:pathLst>
          </a:custGeom>
          <a:solidFill>
            <a:srgbClr val="1A202C"/>
          </a:solidFill>
          <a:ln/>
        </p:spPr>
      </p:sp>
      <p:sp>
        <p:nvSpPr>
          <p:cNvPr id="24" name="Text 22"/>
          <p:cNvSpPr/>
          <p:nvPr/>
        </p:nvSpPr>
        <p:spPr>
          <a:xfrm>
            <a:off x="842537" y="4856979"/>
            <a:ext cx="483220" cy="297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61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Cost</a:t>
            </a:r>
            <a:endParaRPr lang="en-US" sz="1600"/>
          </a:p>
        </p:txBody>
      </p:sp>
      <p:sp>
        <p:nvSpPr>
          <p:cNvPr id="25" name="Text 23"/>
          <p:cNvSpPr/>
          <p:nvPr/>
        </p:nvSpPr>
        <p:spPr>
          <a:xfrm>
            <a:off x="3948977" y="4856979"/>
            <a:ext cx="1300976" cy="297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61" b="1">
                <a:solidFill>
                  <a:srgbClr val="4FD1C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$0 (Free Tier)</a:t>
            </a:r>
            <a:endParaRPr lang="en-US" sz="1600"/>
          </a:p>
        </p:txBody>
      </p:sp>
      <p:sp>
        <p:nvSpPr>
          <p:cNvPr id="26" name="Shape 24"/>
          <p:cNvSpPr/>
          <p:nvPr/>
        </p:nvSpPr>
        <p:spPr>
          <a:xfrm>
            <a:off x="5674732" y="1635512"/>
            <a:ext cx="4931317" cy="4410927"/>
          </a:xfrm>
          <a:custGeom>
            <a:avLst/>
            <a:gdLst/>
            <a:ahLst/>
            <a:cxnLst/>
            <a:rect l="l" t="t" r="r" b="b"/>
            <a:pathLst>
              <a:path w="4931317" h="4410927">
                <a:moveTo>
                  <a:pt x="49561" y="0"/>
                </a:moveTo>
                <a:lnTo>
                  <a:pt x="4782625" y="0"/>
                </a:lnTo>
                <a:cubicBezTo>
                  <a:pt x="4864745" y="0"/>
                  <a:pt x="4931317" y="66572"/>
                  <a:pt x="4931317" y="148692"/>
                </a:cubicBezTo>
                <a:lnTo>
                  <a:pt x="4931317" y="4262234"/>
                </a:lnTo>
                <a:cubicBezTo>
                  <a:pt x="4931317" y="4344355"/>
                  <a:pt x="4864745" y="4410927"/>
                  <a:pt x="4782625" y="4410927"/>
                </a:cubicBezTo>
                <a:lnTo>
                  <a:pt x="49561" y="4410927"/>
                </a:lnTo>
                <a:cubicBezTo>
                  <a:pt x="22189" y="4410927"/>
                  <a:pt x="0" y="4388738"/>
                  <a:pt x="0" y="4361366"/>
                </a:cubicBezTo>
                <a:lnTo>
                  <a:pt x="0" y="49561"/>
                </a:lnTo>
                <a:cubicBezTo>
                  <a:pt x="0" y="22189"/>
                  <a:pt x="22189" y="0"/>
                  <a:pt x="49561" y="0"/>
                </a:cubicBezTo>
                <a:close/>
              </a:path>
            </a:pathLst>
          </a:custGeom>
          <a:solidFill>
            <a:srgbClr val="2D3748"/>
          </a:solidFill>
          <a:ln/>
        </p:spPr>
      </p:sp>
      <p:sp>
        <p:nvSpPr>
          <p:cNvPr id="27" name="Shape 25"/>
          <p:cNvSpPr/>
          <p:nvPr/>
        </p:nvSpPr>
        <p:spPr>
          <a:xfrm>
            <a:off x="5674732" y="1635512"/>
            <a:ext cx="49561" cy="4410927"/>
          </a:xfrm>
          <a:custGeom>
            <a:avLst/>
            <a:gdLst/>
            <a:ahLst/>
            <a:cxnLst/>
            <a:rect l="l" t="t" r="r" b="b"/>
            <a:pathLst>
              <a:path w="49561" h="4410927">
                <a:moveTo>
                  <a:pt x="49561" y="0"/>
                </a:moveTo>
                <a:lnTo>
                  <a:pt x="49561" y="0"/>
                </a:lnTo>
                <a:lnTo>
                  <a:pt x="49561" y="4410927"/>
                </a:lnTo>
                <a:lnTo>
                  <a:pt x="49561" y="4410927"/>
                </a:lnTo>
                <a:cubicBezTo>
                  <a:pt x="22189" y="4410927"/>
                  <a:pt x="0" y="4388738"/>
                  <a:pt x="0" y="4361366"/>
                </a:cubicBezTo>
                <a:lnTo>
                  <a:pt x="0" y="49561"/>
                </a:lnTo>
                <a:cubicBezTo>
                  <a:pt x="0" y="22208"/>
                  <a:pt x="22208" y="0"/>
                  <a:pt x="49561" y="0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28" name="Shape 26"/>
          <p:cNvSpPr/>
          <p:nvPr/>
        </p:nvSpPr>
        <p:spPr>
          <a:xfrm>
            <a:off x="5970549" y="1846146"/>
            <a:ext cx="325244" cy="371707"/>
          </a:xfrm>
          <a:custGeom>
            <a:avLst/>
            <a:gdLst/>
            <a:ahLst/>
            <a:cxnLst/>
            <a:rect l="l" t="t" r="r" b="b"/>
            <a:pathLst>
              <a:path w="325244" h="371707">
                <a:moveTo>
                  <a:pt x="46463" y="23232"/>
                </a:moveTo>
                <a:cubicBezTo>
                  <a:pt x="20836" y="23232"/>
                  <a:pt x="0" y="44068"/>
                  <a:pt x="0" y="69695"/>
                </a:cubicBezTo>
                <a:lnTo>
                  <a:pt x="0" y="116159"/>
                </a:lnTo>
                <a:cubicBezTo>
                  <a:pt x="0" y="141786"/>
                  <a:pt x="20836" y="162622"/>
                  <a:pt x="46463" y="162622"/>
                </a:cubicBezTo>
                <a:lnTo>
                  <a:pt x="278780" y="162622"/>
                </a:lnTo>
                <a:cubicBezTo>
                  <a:pt x="304408" y="162622"/>
                  <a:pt x="325244" y="141786"/>
                  <a:pt x="325244" y="116159"/>
                </a:cubicBezTo>
                <a:lnTo>
                  <a:pt x="325244" y="69695"/>
                </a:lnTo>
                <a:cubicBezTo>
                  <a:pt x="325244" y="44068"/>
                  <a:pt x="304408" y="23232"/>
                  <a:pt x="278780" y="23232"/>
                </a:cubicBezTo>
                <a:lnTo>
                  <a:pt x="46463" y="23232"/>
                </a:lnTo>
                <a:close/>
                <a:moveTo>
                  <a:pt x="203277" y="75503"/>
                </a:moveTo>
                <a:cubicBezTo>
                  <a:pt x="212894" y="75503"/>
                  <a:pt x="220701" y="83310"/>
                  <a:pt x="220701" y="92927"/>
                </a:cubicBezTo>
                <a:cubicBezTo>
                  <a:pt x="220701" y="102543"/>
                  <a:pt x="212894" y="110351"/>
                  <a:pt x="203277" y="110351"/>
                </a:cubicBezTo>
                <a:cubicBezTo>
                  <a:pt x="193661" y="110351"/>
                  <a:pt x="185854" y="102543"/>
                  <a:pt x="185854" y="92927"/>
                </a:cubicBezTo>
                <a:cubicBezTo>
                  <a:pt x="185854" y="83310"/>
                  <a:pt x="193661" y="75503"/>
                  <a:pt x="203277" y="75503"/>
                </a:cubicBezTo>
                <a:close/>
                <a:moveTo>
                  <a:pt x="243933" y="92927"/>
                </a:moveTo>
                <a:cubicBezTo>
                  <a:pt x="243933" y="83310"/>
                  <a:pt x="251740" y="75503"/>
                  <a:pt x="261357" y="75503"/>
                </a:cubicBezTo>
                <a:cubicBezTo>
                  <a:pt x="270973" y="75503"/>
                  <a:pt x="278780" y="83310"/>
                  <a:pt x="278780" y="92927"/>
                </a:cubicBezTo>
                <a:cubicBezTo>
                  <a:pt x="278780" y="102543"/>
                  <a:pt x="270973" y="110351"/>
                  <a:pt x="261357" y="110351"/>
                </a:cubicBezTo>
                <a:cubicBezTo>
                  <a:pt x="251740" y="110351"/>
                  <a:pt x="243933" y="102543"/>
                  <a:pt x="243933" y="92927"/>
                </a:cubicBezTo>
                <a:close/>
                <a:moveTo>
                  <a:pt x="46463" y="209085"/>
                </a:moveTo>
                <a:cubicBezTo>
                  <a:pt x="20836" y="209085"/>
                  <a:pt x="0" y="229921"/>
                  <a:pt x="0" y="255549"/>
                </a:cubicBezTo>
                <a:lnTo>
                  <a:pt x="0" y="302012"/>
                </a:lnTo>
                <a:cubicBezTo>
                  <a:pt x="0" y="327640"/>
                  <a:pt x="20836" y="348476"/>
                  <a:pt x="46463" y="348476"/>
                </a:cubicBezTo>
                <a:lnTo>
                  <a:pt x="278780" y="348476"/>
                </a:lnTo>
                <a:cubicBezTo>
                  <a:pt x="304408" y="348476"/>
                  <a:pt x="325244" y="327640"/>
                  <a:pt x="325244" y="302012"/>
                </a:cubicBezTo>
                <a:lnTo>
                  <a:pt x="325244" y="255549"/>
                </a:lnTo>
                <a:cubicBezTo>
                  <a:pt x="325244" y="229921"/>
                  <a:pt x="304408" y="209085"/>
                  <a:pt x="278780" y="209085"/>
                </a:cubicBezTo>
                <a:lnTo>
                  <a:pt x="46463" y="209085"/>
                </a:lnTo>
                <a:close/>
                <a:moveTo>
                  <a:pt x="203277" y="261357"/>
                </a:moveTo>
                <a:cubicBezTo>
                  <a:pt x="212894" y="261357"/>
                  <a:pt x="220701" y="269164"/>
                  <a:pt x="220701" y="278780"/>
                </a:cubicBezTo>
                <a:cubicBezTo>
                  <a:pt x="220701" y="288397"/>
                  <a:pt x="212894" y="296204"/>
                  <a:pt x="203277" y="296204"/>
                </a:cubicBezTo>
                <a:cubicBezTo>
                  <a:pt x="193661" y="296204"/>
                  <a:pt x="185854" y="288397"/>
                  <a:pt x="185854" y="278780"/>
                </a:cubicBezTo>
                <a:cubicBezTo>
                  <a:pt x="185854" y="269164"/>
                  <a:pt x="193661" y="261357"/>
                  <a:pt x="203277" y="261357"/>
                </a:cubicBezTo>
                <a:close/>
                <a:moveTo>
                  <a:pt x="243933" y="278780"/>
                </a:moveTo>
                <a:cubicBezTo>
                  <a:pt x="243933" y="269164"/>
                  <a:pt x="251740" y="261357"/>
                  <a:pt x="261357" y="261357"/>
                </a:cubicBezTo>
                <a:cubicBezTo>
                  <a:pt x="270973" y="261357"/>
                  <a:pt x="278780" y="269164"/>
                  <a:pt x="278780" y="278780"/>
                </a:cubicBezTo>
                <a:cubicBezTo>
                  <a:pt x="278780" y="288397"/>
                  <a:pt x="270973" y="296204"/>
                  <a:pt x="261357" y="296204"/>
                </a:cubicBezTo>
                <a:cubicBezTo>
                  <a:pt x="251740" y="296204"/>
                  <a:pt x="243933" y="288397"/>
                  <a:pt x="243933" y="278780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29" name="Text 27"/>
          <p:cNvSpPr/>
          <p:nvPr/>
        </p:nvSpPr>
        <p:spPr>
          <a:xfrm>
            <a:off x="6511073" y="1833756"/>
            <a:ext cx="2515220" cy="396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341" b="1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Running Services</a:t>
            </a:r>
            <a:endParaRPr lang="en-US" sz="1600"/>
          </a:p>
        </p:txBody>
      </p:sp>
      <p:sp>
        <p:nvSpPr>
          <p:cNvPr id="30" name="Shape 28"/>
          <p:cNvSpPr/>
          <p:nvPr/>
        </p:nvSpPr>
        <p:spPr>
          <a:xfrm>
            <a:off x="5897756" y="2527610"/>
            <a:ext cx="4510049" cy="495610"/>
          </a:xfrm>
          <a:custGeom>
            <a:avLst/>
            <a:gdLst/>
            <a:ahLst/>
            <a:cxnLst/>
            <a:rect l="l" t="t" r="r" b="b"/>
            <a:pathLst>
              <a:path w="4510049" h="495610">
                <a:moveTo>
                  <a:pt x="49561" y="0"/>
                </a:moveTo>
                <a:lnTo>
                  <a:pt x="4460488" y="0"/>
                </a:lnTo>
                <a:cubicBezTo>
                  <a:pt x="4487860" y="0"/>
                  <a:pt x="4510049" y="22189"/>
                  <a:pt x="4510049" y="49561"/>
                </a:cubicBezTo>
                <a:lnTo>
                  <a:pt x="4510049" y="446049"/>
                </a:lnTo>
                <a:cubicBezTo>
                  <a:pt x="4510049" y="473421"/>
                  <a:pt x="4487860" y="495610"/>
                  <a:pt x="4460488" y="495610"/>
                </a:cubicBezTo>
                <a:lnTo>
                  <a:pt x="49561" y="495610"/>
                </a:lnTo>
                <a:cubicBezTo>
                  <a:pt x="22189" y="495610"/>
                  <a:pt x="0" y="473421"/>
                  <a:pt x="0" y="446049"/>
                </a:cubicBezTo>
                <a:lnTo>
                  <a:pt x="0" y="49561"/>
                </a:lnTo>
                <a:cubicBezTo>
                  <a:pt x="0" y="22208"/>
                  <a:pt x="22208" y="0"/>
                  <a:pt x="49561" y="0"/>
                </a:cubicBezTo>
                <a:close/>
              </a:path>
            </a:pathLst>
          </a:custGeom>
          <a:solidFill>
            <a:srgbClr val="1A202C"/>
          </a:solidFill>
          <a:ln/>
        </p:spPr>
      </p:sp>
      <p:sp>
        <p:nvSpPr>
          <p:cNvPr id="31" name="Shape 29"/>
          <p:cNvSpPr/>
          <p:nvPr/>
        </p:nvSpPr>
        <p:spPr>
          <a:xfrm>
            <a:off x="6034049" y="2676296"/>
            <a:ext cx="173463" cy="198244"/>
          </a:xfrm>
          <a:custGeom>
            <a:avLst/>
            <a:gdLst/>
            <a:ahLst/>
            <a:cxnLst/>
            <a:rect l="l" t="t" r="r" b="b"/>
            <a:pathLst>
              <a:path w="173463" h="198244">
                <a:moveTo>
                  <a:pt x="173463" y="79685"/>
                </a:moveTo>
                <a:cubicBezTo>
                  <a:pt x="167733" y="83479"/>
                  <a:pt x="161151" y="86538"/>
                  <a:pt x="154297" y="88977"/>
                </a:cubicBezTo>
                <a:cubicBezTo>
                  <a:pt x="136099" y="95482"/>
                  <a:pt x="112209" y="99122"/>
                  <a:pt x="86732" y="99122"/>
                </a:cubicBezTo>
                <a:cubicBezTo>
                  <a:pt x="61254" y="99122"/>
                  <a:pt x="37326" y="95444"/>
                  <a:pt x="19166" y="88977"/>
                </a:cubicBezTo>
                <a:cubicBezTo>
                  <a:pt x="12352" y="86538"/>
                  <a:pt x="5730" y="83479"/>
                  <a:pt x="0" y="79685"/>
                </a:cubicBezTo>
                <a:lnTo>
                  <a:pt x="0" y="111512"/>
                </a:lnTo>
                <a:cubicBezTo>
                  <a:pt x="0" y="128626"/>
                  <a:pt x="38836" y="142488"/>
                  <a:pt x="86732" y="142488"/>
                </a:cubicBezTo>
                <a:cubicBezTo>
                  <a:pt x="134628" y="142488"/>
                  <a:pt x="173463" y="128626"/>
                  <a:pt x="173463" y="111512"/>
                </a:cubicBezTo>
                <a:lnTo>
                  <a:pt x="173463" y="79685"/>
                </a:lnTo>
                <a:close/>
                <a:moveTo>
                  <a:pt x="173463" y="49561"/>
                </a:moveTo>
                <a:lnTo>
                  <a:pt x="173463" y="30976"/>
                </a:lnTo>
                <a:cubicBezTo>
                  <a:pt x="173463" y="13862"/>
                  <a:pt x="134628" y="0"/>
                  <a:pt x="86732" y="0"/>
                </a:cubicBezTo>
                <a:cubicBezTo>
                  <a:pt x="38836" y="0"/>
                  <a:pt x="0" y="13862"/>
                  <a:pt x="0" y="30976"/>
                </a:cubicBezTo>
                <a:lnTo>
                  <a:pt x="0" y="49561"/>
                </a:lnTo>
                <a:cubicBezTo>
                  <a:pt x="0" y="66675"/>
                  <a:pt x="38836" y="80537"/>
                  <a:pt x="86732" y="80537"/>
                </a:cubicBezTo>
                <a:cubicBezTo>
                  <a:pt x="134628" y="80537"/>
                  <a:pt x="173463" y="66675"/>
                  <a:pt x="173463" y="49561"/>
                </a:cubicBezTo>
                <a:close/>
                <a:moveTo>
                  <a:pt x="154297" y="150929"/>
                </a:moveTo>
                <a:cubicBezTo>
                  <a:pt x="136138" y="157395"/>
                  <a:pt x="112248" y="161073"/>
                  <a:pt x="86732" y="161073"/>
                </a:cubicBezTo>
                <a:cubicBezTo>
                  <a:pt x="61216" y="161073"/>
                  <a:pt x="37326" y="157395"/>
                  <a:pt x="19166" y="150929"/>
                </a:cubicBezTo>
                <a:cubicBezTo>
                  <a:pt x="12352" y="148489"/>
                  <a:pt x="5730" y="145430"/>
                  <a:pt x="0" y="141636"/>
                </a:cubicBezTo>
                <a:lnTo>
                  <a:pt x="0" y="167268"/>
                </a:lnTo>
                <a:cubicBezTo>
                  <a:pt x="0" y="184382"/>
                  <a:pt x="38836" y="198244"/>
                  <a:pt x="86732" y="198244"/>
                </a:cubicBezTo>
                <a:cubicBezTo>
                  <a:pt x="134628" y="198244"/>
                  <a:pt x="173463" y="184382"/>
                  <a:pt x="173463" y="167268"/>
                </a:cubicBezTo>
                <a:lnTo>
                  <a:pt x="173463" y="141636"/>
                </a:lnTo>
                <a:cubicBezTo>
                  <a:pt x="167733" y="145430"/>
                  <a:pt x="161151" y="148489"/>
                  <a:pt x="154297" y="150929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32" name="Text 30"/>
          <p:cNvSpPr/>
          <p:nvPr/>
        </p:nvSpPr>
        <p:spPr>
          <a:xfrm>
            <a:off x="6343805" y="2626735"/>
            <a:ext cx="3023220" cy="297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61" b="1">
                <a:solidFill>
                  <a:srgbClr val="4FD1C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PostgreSQL</a:t>
            </a:r>
            <a:r>
              <a:rPr lang="en-US" sz="1561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+ TimescaleDB (5432)</a:t>
            </a:r>
            <a:endParaRPr lang="en-US" sz="1600"/>
          </a:p>
        </p:txBody>
      </p:sp>
      <p:sp>
        <p:nvSpPr>
          <p:cNvPr id="33" name="Shape 31"/>
          <p:cNvSpPr/>
          <p:nvPr/>
        </p:nvSpPr>
        <p:spPr>
          <a:xfrm>
            <a:off x="5897756" y="3419710"/>
            <a:ext cx="4510049" cy="495610"/>
          </a:xfrm>
          <a:custGeom>
            <a:avLst/>
            <a:gdLst/>
            <a:ahLst/>
            <a:cxnLst/>
            <a:rect l="l" t="t" r="r" b="b"/>
            <a:pathLst>
              <a:path w="4510049" h="495610">
                <a:moveTo>
                  <a:pt x="49561" y="0"/>
                </a:moveTo>
                <a:lnTo>
                  <a:pt x="4460488" y="0"/>
                </a:lnTo>
                <a:cubicBezTo>
                  <a:pt x="4487860" y="0"/>
                  <a:pt x="4510049" y="22189"/>
                  <a:pt x="4510049" y="49561"/>
                </a:cubicBezTo>
                <a:lnTo>
                  <a:pt x="4510049" y="446049"/>
                </a:lnTo>
                <a:cubicBezTo>
                  <a:pt x="4510049" y="473421"/>
                  <a:pt x="4487860" y="495610"/>
                  <a:pt x="4460488" y="495610"/>
                </a:cubicBezTo>
                <a:lnTo>
                  <a:pt x="49561" y="495610"/>
                </a:lnTo>
                <a:cubicBezTo>
                  <a:pt x="22189" y="495610"/>
                  <a:pt x="0" y="473421"/>
                  <a:pt x="0" y="446049"/>
                </a:cubicBezTo>
                <a:lnTo>
                  <a:pt x="0" y="49561"/>
                </a:lnTo>
                <a:cubicBezTo>
                  <a:pt x="0" y="22208"/>
                  <a:pt x="22208" y="0"/>
                  <a:pt x="49561" y="0"/>
                </a:cubicBezTo>
                <a:close/>
              </a:path>
            </a:pathLst>
          </a:custGeom>
          <a:solidFill>
            <a:srgbClr val="1A202C"/>
          </a:solidFill>
          <a:ln/>
        </p:spPr>
      </p:sp>
      <p:sp>
        <p:nvSpPr>
          <p:cNvPr id="34" name="Shape 32"/>
          <p:cNvSpPr/>
          <p:nvPr/>
        </p:nvSpPr>
        <p:spPr>
          <a:xfrm>
            <a:off x="6021659" y="3568393"/>
            <a:ext cx="198244" cy="198244"/>
          </a:xfrm>
          <a:custGeom>
            <a:avLst/>
            <a:gdLst/>
            <a:ahLst/>
            <a:cxnLst/>
            <a:rect l="l" t="t" r="r" b="b"/>
            <a:pathLst>
              <a:path w="198244" h="198244">
                <a:moveTo>
                  <a:pt x="24780" y="12390"/>
                </a:moveTo>
                <a:cubicBezTo>
                  <a:pt x="11112" y="12390"/>
                  <a:pt x="0" y="23503"/>
                  <a:pt x="0" y="37171"/>
                </a:cubicBezTo>
                <a:lnTo>
                  <a:pt x="0" y="136293"/>
                </a:lnTo>
                <a:cubicBezTo>
                  <a:pt x="0" y="149961"/>
                  <a:pt x="11112" y="161073"/>
                  <a:pt x="24780" y="161073"/>
                </a:cubicBezTo>
                <a:lnTo>
                  <a:pt x="80537" y="161073"/>
                </a:lnTo>
                <a:lnTo>
                  <a:pt x="74341" y="179659"/>
                </a:lnTo>
                <a:lnTo>
                  <a:pt x="46463" y="179659"/>
                </a:lnTo>
                <a:cubicBezTo>
                  <a:pt x="41314" y="179659"/>
                  <a:pt x="37171" y="183802"/>
                  <a:pt x="37171" y="188951"/>
                </a:cubicBezTo>
                <a:cubicBezTo>
                  <a:pt x="37171" y="194101"/>
                  <a:pt x="41314" y="198244"/>
                  <a:pt x="46463" y="198244"/>
                </a:cubicBezTo>
                <a:lnTo>
                  <a:pt x="151780" y="198244"/>
                </a:lnTo>
                <a:cubicBezTo>
                  <a:pt x="156930" y="198244"/>
                  <a:pt x="161073" y="194101"/>
                  <a:pt x="161073" y="188951"/>
                </a:cubicBezTo>
                <a:cubicBezTo>
                  <a:pt x="161073" y="183802"/>
                  <a:pt x="156930" y="179659"/>
                  <a:pt x="151780" y="179659"/>
                </a:cubicBezTo>
                <a:lnTo>
                  <a:pt x="123902" y="179659"/>
                </a:lnTo>
                <a:lnTo>
                  <a:pt x="117707" y="161073"/>
                </a:lnTo>
                <a:lnTo>
                  <a:pt x="173463" y="161073"/>
                </a:lnTo>
                <a:cubicBezTo>
                  <a:pt x="187131" y="161073"/>
                  <a:pt x="198244" y="149961"/>
                  <a:pt x="198244" y="136293"/>
                </a:cubicBezTo>
                <a:lnTo>
                  <a:pt x="198244" y="37171"/>
                </a:lnTo>
                <a:cubicBezTo>
                  <a:pt x="198244" y="23503"/>
                  <a:pt x="187131" y="12390"/>
                  <a:pt x="173463" y="12390"/>
                </a:cubicBezTo>
                <a:lnTo>
                  <a:pt x="24780" y="12390"/>
                </a:lnTo>
                <a:close/>
                <a:moveTo>
                  <a:pt x="37171" y="37171"/>
                </a:moveTo>
                <a:lnTo>
                  <a:pt x="161073" y="37171"/>
                </a:lnTo>
                <a:cubicBezTo>
                  <a:pt x="167927" y="37171"/>
                  <a:pt x="173463" y="42708"/>
                  <a:pt x="173463" y="49561"/>
                </a:cubicBezTo>
                <a:lnTo>
                  <a:pt x="173463" y="111512"/>
                </a:lnTo>
                <a:cubicBezTo>
                  <a:pt x="173463" y="118366"/>
                  <a:pt x="167927" y="123902"/>
                  <a:pt x="161073" y="123902"/>
                </a:cubicBezTo>
                <a:lnTo>
                  <a:pt x="37171" y="123902"/>
                </a:lnTo>
                <a:cubicBezTo>
                  <a:pt x="30317" y="123902"/>
                  <a:pt x="24780" y="118366"/>
                  <a:pt x="24780" y="111512"/>
                </a:cubicBezTo>
                <a:lnTo>
                  <a:pt x="24780" y="49561"/>
                </a:lnTo>
                <a:cubicBezTo>
                  <a:pt x="24780" y="42708"/>
                  <a:pt x="30317" y="37171"/>
                  <a:pt x="37171" y="37171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35" name="Text 33"/>
          <p:cNvSpPr/>
          <p:nvPr/>
        </p:nvSpPr>
        <p:spPr>
          <a:xfrm>
            <a:off x="6343805" y="3518832"/>
            <a:ext cx="1908098" cy="297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61" b="1">
                <a:solidFill>
                  <a:srgbClr val="4FD1C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Streamlit App</a:t>
            </a:r>
            <a:r>
              <a:rPr lang="en-US" sz="1561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(8501)</a:t>
            </a:r>
            <a:endParaRPr lang="en-US" sz="1600"/>
          </a:p>
        </p:txBody>
      </p:sp>
      <p:sp>
        <p:nvSpPr>
          <p:cNvPr id="36" name="Shape 34"/>
          <p:cNvSpPr/>
          <p:nvPr/>
        </p:nvSpPr>
        <p:spPr>
          <a:xfrm>
            <a:off x="5897756" y="4311808"/>
            <a:ext cx="4510049" cy="495610"/>
          </a:xfrm>
          <a:custGeom>
            <a:avLst/>
            <a:gdLst/>
            <a:ahLst/>
            <a:cxnLst/>
            <a:rect l="l" t="t" r="r" b="b"/>
            <a:pathLst>
              <a:path w="4510049" h="495610">
                <a:moveTo>
                  <a:pt x="49561" y="0"/>
                </a:moveTo>
                <a:lnTo>
                  <a:pt x="4460488" y="0"/>
                </a:lnTo>
                <a:cubicBezTo>
                  <a:pt x="4487860" y="0"/>
                  <a:pt x="4510049" y="22189"/>
                  <a:pt x="4510049" y="49561"/>
                </a:cubicBezTo>
                <a:lnTo>
                  <a:pt x="4510049" y="446049"/>
                </a:lnTo>
                <a:cubicBezTo>
                  <a:pt x="4510049" y="473421"/>
                  <a:pt x="4487860" y="495610"/>
                  <a:pt x="4460488" y="495610"/>
                </a:cubicBezTo>
                <a:lnTo>
                  <a:pt x="49561" y="495610"/>
                </a:lnTo>
                <a:cubicBezTo>
                  <a:pt x="22189" y="495610"/>
                  <a:pt x="0" y="473421"/>
                  <a:pt x="0" y="446049"/>
                </a:cubicBezTo>
                <a:lnTo>
                  <a:pt x="0" y="49561"/>
                </a:lnTo>
                <a:cubicBezTo>
                  <a:pt x="0" y="22208"/>
                  <a:pt x="22208" y="0"/>
                  <a:pt x="49561" y="0"/>
                </a:cubicBezTo>
                <a:close/>
              </a:path>
            </a:pathLst>
          </a:custGeom>
          <a:solidFill>
            <a:srgbClr val="1A202C"/>
          </a:solidFill>
          <a:ln/>
        </p:spPr>
      </p:sp>
      <p:sp>
        <p:nvSpPr>
          <p:cNvPr id="37" name="Shape 35"/>
          <p:cNvSpPr/>
          <p:nvPr/>
        </p:nvSpPr>
        <p:spPr>
          <a:xfrm>
            <a:off x="6021659" y="4460491"/>
            <a:ext cx="198244" cy="198244"/>
          </a:xfrm>
          <a:custGeom>
            <a:avLst/>
            <a:gdLst/>
            <a:ahLst/>
            <a:cxnLst/>
            <a:rect l="l" t="t" r="r" b="b"/>
            <a:pathLst>
              <a:path w="198244" h="198244">
                <a:moveTo>
                  <a:pt x="99122" y="0"/>
                </a:moveTo>
                <a:cubicBezTo>
                  <a:pt x="100903" y="0"/>
                  <a:pt x="102684" y="387"/>
                  <a:pt x="104310" y="1123"/>
                </a:cubicBezTo>
                <a:lnTo>
                  <a:pt x="177258" y="32060"/>
                </a:lnTo>
                <a:cubicBezTo>
                  <a:pt x="185776" y="35661"/>
                  <a:pt x="192126" y="44063"/>
                  <a:pt x="192088" y="54207"/>
                </a:cubicBezTo>
                <a:cubicBezTo>
                  <a:pt x="191894" y="92617"/>
                  <a:pt x="176096" y="162893"/>
                  <a:pt x="109383" y="194837"/>
                </a:cubicBezTo>
                <a:cubicBezTo>
                  <a:pt x="102916" y="197934"/>
                  <a:pt x="95405" y="197934"/>
                  <a:pt x="88939" y="194837"/>
                </a:cubicBezTo>
                <a:cubicBezTo>
                  <a:pt x="22186" y="162893"/>
                  <a:pt x="6427" y="92617"/>
                  <a:pt x="6234" y="54207"/>
                </a:cubicBezTo>
                <a:cubicBezTo>
                  <a:pt x="6195" y="44063"/>
                  <a:pt x="12545" y="35661"/>
                  <a:pt x="21063" y="32060"/>
                </a:cubicBezTo>
                <a:lnTo>
                  <a:pt x="93972" y="1123"/>
                </a:lnTo>
                <a:cubicBezTo>
                  <a:pt x="95598" y="387"/>
                  <a:pt x="97341" y="0"/>
                  <a:pt x="99122" y="0"/>
                </a:cubicBezTo>
                <a:close/>
                <a:moveTo>
                  <a:pt x="99122" y="25865"/>
                </a:moveTo>
                <a:lnTo>
                  <a:pt x="99122" y="172263"/>
                </a:lnTo>
                <a:cubicBezTo>
                  <a:pt x="152555" y="146398"/>
                  <a:pt x="166920" y="89094"/>
                  <a:pt x="167268" y="54788"/>
                </a:cubicBezTo>
                <a:lnTo>
                  <a:pt x="99122" y="25903"/>
                </a:lnTo>
                <a:lnTo>
                  <a:pt x="99122" y="25903"/>
                </a:ln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38" name="Text 36"/>
          <p:cNvSpPr/>
          <p:nvPr/>
        </p:nvSpPr>
        <p:spPr>
          <a:xfrm>
            <a:off x="6343805" y="4410930"/>
            <a:ext cx="1982439" cy="297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61" b="1">
                <a:solidFill>
                  <a:srgbClr val="4FD1C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Nginx Proxy</a:t>
            </a:r>
            <a:r>
              <a:rPr lang="en-US" sz="1561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(80/443)</a:t>
            </a:r>
            <a:endParaRPr lang="en-US" sz="1600"/>
          </a:p>
        </p:txBody>
      </p:sp>
      <p:sp>
        <p:nvSpPr>
          <p:cNvPr id="39" name="Shape 37"/>
          <p:cNvSpPr/>
          <p:nvPr/>
        </p:nvSpPr>
        <p:spPr>
          <a:xfrm>
            <a:off x="5897756" y="5203905"/>
            <a:ext cx="4510049" cy="495610"/>
          </a:xfrm>
          <a:custGeom>
            <a:avLst/>
            <a:gdLst/>
            <a:ahLst/>
            <a:cxnLst/>
            <a:rect l="l" t="t" r="r" b="b"/>
            <a:pathLst>
              <a:path w="4510049" h="495610">
                <a:moveTo>
                  <a:pt x="49561" y="0"/>
                </a:moveTo>
                <a:lnTo>
                  <a:pt x="4460488" y="0"/>
                </a:lnTo>
                <a:cubicBezTo>
                  <a:pt x="4487860" y="0"/>
                  <a:pt x="4510049" y="22189"/>
                  <a:pt x="4510049" y="49561"/>
                </a:cubicBezTo>
                <a:lnTo>
                  <a:pt x="4510049" y="446049"/>
                </a:lnTo>
                <a:cubicBezTo>
                  <a:pt x="4510049" y="473421"/>
                  <a:pt x="4487860" y="495610"/>
                  <a:pt x="4460488" y="495610"/>
                </a:cubicBezTo>
                <a:lnTo>
                  <a:pt x="49561" y="495610"/>
                </a:lnTo>
                <a:cubicBezTo>
                  <a:pt x="22189" y="495610"/>
                  <a:pt x="0" y="473421"/>
                  <a:pt x="0" y="446049"/>
                </a:cubicBezTo>
                <a:lnTo>
                  <a:pt x="0" y="49561"/>
                </a:lnTo>
                <a:cubicBezTo>
                  <a:pt x="0" y="22208"/>
                  <a:pt x="22208" y="0"/>
                  <a:pt x="49561" y="0"/>
                </a:cubicBezTo>
                <a:close/>
              </a:path>
            </a:pathLst>
          </a:custGeom>
          <a:solidFill>
            <a:srgbClr val="1A202C"/>
          </a:solidFill>
          <a:ln/>
        </p:spPr>
      </p:sp>
      <p:sp>
        <p:nvSpPr>
          <p:cNvPr id="40" name="Shape 38"/>
          <p:cNvSpPr/>
          <p:nvPr/>
        </p:nvSpPr>
        <p:spPr>
          <a:xfrm>
            <a:off x="6021659" y="5352588"/>
            <a:ext cx="198244" cy="198244"/>
          </a:xfrm>
          <a:custGeom>
            <a:avLst/>
            <a:gdLst/>
            <a:ahLst/>
            <a:cxnLst/>
            <a:rect l="l" t="t" r="r" b="b"/>
            <a:pathLst>
              <a:path w="198244" h="198244">
                <a:moveTo>
                  <a:pt x="185892" y="74341"/>
                </a:moveTo>
                <a:lnTo>
                  <a:pt x="188951" y="74341"/>
                </a:lnTo>
                <a:cubicBezTo>
                  <a:pt x="194101" y="74341"/>
                  <a:pt x="198244" y="70198"/>
                  <a:pt x="198244" y="65049"/>
                </a:cubicBezTo>
                <a:lnTo>
                  <a:pt x="198244" y="9293"/>
                </a:lnTo>
                <a:cubicBezTo>
                  <a:pt x="198244" y="5537"/>
                  <a:pt x="195998" y="2130"/>
                  <a:pt x="192513" y="697"/>
                </a:cubicBezTo>
                <a:cubicBezTo>
                  <a:pt x="189029" y="-736"/>
                  <a:pt x="185041" y="77"/>
                  <a:pt x="182369" y="2710"/>
                </a:cubicBezTo>
                <a:lnTo>
                  <a:pt x="162351" y="22767"/>
                </a:lnTo>
                <a:cubicBezTo>
                  <a:pt x="145198" y="8557"/>
                  <a:pt x="123128" y="0"/>
                  <a:pt x="99122" y="0"/>
                </a:cubicBezTo>
                <a:cubicBezTo>
                  <a:pt x="49174" y="0"/>
                  <a:pt x="7860" y="36938"/>
                  <a:pt x="1007" y="84989"/>
                </a:cubicBezTo>
                <a:cubicBezTo>
                  <a:pt x="39" y="91765"/>
                  <a:pt x="4724" y="98038"/>
                  <a:pt x="11500" y="99006"/>
                </a:cubicBezTo>
                <a:cubicBezTo>
                  <a:pt x="18276" y="99974"/>
                  <a:pt x="24548" y="95250"/>
                  <a:pt x="25516" y="88513"/>
                </a:cubicBezTo>
                <a:cubicBezTo>
                  <a:pt x="30666" y="52465"/>
                  <a:pt x="61680" y="24780"/>
                  <a:pt x="99122" y="24780"/>
                </a:cubicBezTo>
                <a:cubicBezTo>
                  <a:pt x="116313" y="24780"/>
                  <a:pt x="132111" y="30588"/>
                  <a:pt x="144695" y="40384"/>
                </a:cubicBezTo>
                <a:lnTo>
                  <a:pt x="126613" y="58466"/>
                </a:lnTo>
                <a:cubicBezTo>
                  <a:pt x="123941" y="61138"/>
                  <a:pt x="123167" y="65126"/>
                  <a:pt x="124599" y="68611"/>
                </a:cubicBezTo>
                <a:cubicBezTo>
                  <a:pt x="126032" y="72096"/>
                  <a:pt x="129439" y="74341"/>
                  <a:pt x="133195" y="74341"/>
                </a:cubicBezTo>
                <a:lnTo>
                  <a:pt x="185892" y="74341"/>
                </a:lnTo>
                <a:close/>
                <a:moveTo>
                  <a:pt x="197276" y="113255"/>
                </a:moveTo>
                <a:cubicBezTo>
                  <a:pt x="198244" y="106479"/>
                  <a:pt x="193520" y="100206"/>
                  <a:pt x="186783" y="99238"/>
                </a:cubicBezTo>
                <a:cubicBezTo>
                  <a:pt x="180046" y="98270"/>
                  <a:pt x="173734" y="102994"/>
                  <a:pt x="172766" y="109731"/>
                </a:cubicBezTo>
                <a:cubicBezTo>
                  <a:pt x="167617" y="145740"/>
                  <a:pt x="136602" y="173425"/>
                  <a:pt x="99161" y="173425"/>
                </a:cubicBezTo>
                <a:cubicBezTo>
                  <a:pt x="81969" y="173425"/>
                  <a:pt x="66172" y="167617"/>
                  <a:pt x="53588" y="157821"/>
                </a:cubicBezTo>
                <a:lnTo>
                  <a:pt x="71631" y="139777"/>
                </a:lnTo>
                <a:cubicBezTo>
                  <a:pt x="74303" y="137106"/>
                  <a:pt x="75077" y="133118"/>
                  <a:pt x="73645" y="129633"/>
                </a:cubicBezTo>
                <a:cubicBezTo>
                  <a:pt x="72212" y="126148"/>
                  <a:pt x="68805" y="123902"/>
                  <a:pt x="65049" y="123902"/>
                </a:cubicBezTo>
                <a:lnTo>
                  <a:pt x="9293" y="123902"/>
                </a:lnTo>
                <a:cubicBezTo>
                  <a:pt x="4143" y="123902"/>
                  <a:pt x="0" y="128045"/>
                  <a:pt x="0" y="133195"/>
                </a:cubicBezTo>
                <a:lnTo>
                  <a:pt x="0" y="188951"/>
                </a:lnTo>
                <a:cubicBezTo>
                  <a:pt x="0" y="192707"/>
                  <a:pt x="2246" y="196114"/>
                  <a:pt x="5730" y="197547"/>
                </a:cubicBezTo>
                <a:cubicBezTo>
                  <a:pt x="9215" y="198980"/>
                  <a:pt x="13203" y="198166"/>
                  <a:pt x="15875" y="195534"/>
                </a:cubicBezTo>
                <a:lnTo>
                  <a:pt x="35932" y="175477"/>
                </a:lnTo>
                <a:cubicBezTo>
                  <a:pt x="53046" y="189687"/>
                  <a:pt x="75116" y="198244"/>
                  <a:pt x="99122" y="198244"/>
                </a:cubicBezTo>
                <a:cubicBezTo>
                  <a:pt x="149070" y="198244"/>
                  <a:pt x="190384" y="161305"/>
                  <a:pt x="197237" y="113255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41" name="Text 39"/>
          <p:cNvSpPr/>
          <p:nvPr/>
        </p:nvSpPr>
        <p:spPr>
          <a:xfrm>
            <a:off x="6343805" y="5303027"/>
            <a:ext cx="2787805" cy="297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61" b="1">
                <a:solidFill>
                  <a:srgbClr val="4FD1C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Systemd Service</a:t>
            </a:r>
            <a:r>
              <a:rPr lang="en-US" sz="1561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(auto-restart)</a:t>
            </a:r>
            <a:endParaRPr lang="en-US" sz="1600"/>
          </a:p>
        </p:txBody>
      </p:sp>
      <p:sp>
        <p:nvSpPr>
          <p:cNvPr id="42" name="Shape 40"/>
          <p:cNvSpPr/>
          <p:nvPr/>
        </p:nvSpPr>
        <p:spPr>
          <a:xfrm>
            <a:off x="10829073" y="1635512"/>
            <a:ext cx="4931317" cy="4410927"/>
          </a:xfrm>
          <a:custGeom>
            <a:avLst/>
            <a:gdLst/>
            <a:ahLst/>
            <a:cxnLst/>
            <a:rect l="l" t="t" r="r" b="b"/>
            <a:pathLst>
              <a:path w="4931317" h="4410927">
                <a:moveTo>
                  <a:pt x="49561" y="0"/>
                </a:moveTo>
                <a:lnTo>
                  <a:pt x="4782625" y="0"/>
                </a:lnTo>
                <a:cubicBezTo>
                  <a:pt x="4864745" y="0"/>
                  <a:pt x="4931317" y="66572"/>
                  <a:pt x="4931317" y="148692"/>
                </a:cubicBezTo>
                <a:lnTo>
                  <a:pt x="4931317" y="4262234"/>
                </a:lnTo>
                <a:cubicBezTo>
                  <a:pt x="4931317" y="4344355"/>
                  <a:pt x="4864745" y="4410927"/>
                  <a:pt x="4782625" y="4410927"/>
                </a:cubicBezTo>
                <a:lnTo>
                  <a:pt x="49561" y="4410927"/>
                </a:lnTo>
                <a:cubicBezTo>
                  <a:pt x="22189" y="4410927"/>
                  <a:pt x="0" y="4388738"/>
                  <a:pt x="0" y="4361366"/>
                </a:cubicBezTo>
                <a:lnTo>
                  <a:pt x="0" y="49561"/>
                </a:lnTo>
                <a:cubicBezTo>
                  <a:pt x="0" y="22189"/>
                  <a:pt x="22189" y="0"/>
                  <a:pt x="49561" y="0"/>
                </a:cubicBezTo>
                <a:close/>
              </a:path>
            </a:pathLst>
          </a:custGeom>
          <a:solidFill>
            <a:srgbClr val="2D3748"/>
          </a:solidFill>
          <a:ln/>
        </p:spPr>
      </p:sp>
      <p:sp>
        <p:nvSpPr>
          <p:cNvPr id="43" name="Shape 41"/>
          <p:cNvSpPr/>
          <p:nvPr/>
        </p:nvSpPr>
        <p:spPr>
          <a:xfrm>
            <a:off x="10829073" y="1635512"/>
            <a:ext cx="49561" cy="4410927"/>
          </a:xfrm>
          <a:custGeom>
            <a:avLst/>
            <a:gdLst/>
            <a:ahLst/>
            <a:cxnLst/>
            <a:rect l="l" t="t" r="r" b="b"/>
            <a:pathLst>
              <a:path w="49561" h="4410927">
                <a:moveTo>
                  <a:pt x="49561" y="0"/>
                </a:moveTo>
                <a:lnTo>
                  <a:pt x="49561" y="0"/>
                </a:lnTo>
                <a:lnTo>
                  <a:pt x="49561" y="4410927"/>
                </a:lnTo>
                <a:lnTo>
                  <a:pt x="49561" y="4410927"/>
                </a:lnTo>
                <a:cubicBezTo>
                  <a:pt x="22189" y="4410927"/>
                  <a:pt x="0" y="4388738"/>
                  <a:pt x="0" y="4361366"/>
                </a:cubicBezTo>
                <a:lnTo>
                  <a:pt x="0" y="49561"/>
                </a:lnTo>
                <a:cubicBezTo>
                  <a:pt x="0" y="22208"/>
                  <a:pt x="22208" y="0"/>
                  <a:pt x="49561" y="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44" name="Shape 42"/>
          <p:cNvSpPr/>
          <p:nvPr/>
        </p:nvSpPr>
        <p:spPr>
          <a:xfrm>
            <a:off x="11078427" y="1846146"/>
            <a:ext cx="418171" cy="371707"/>
          </a:xfrm>
          <a:custGeom>
            <a:avLst/>
            <a:gdLst/>
            <a:ahLst/>
            <a:cxnLst/>
            <a:rect l="l" t="t" r="r" b="b"/>
            <a:pathLst>
              <a:path w="418171" h="371707">
                <a:moveTo>
                  <a:pt x="304553" y="69695"/>
                </a:moveTo>
                <a:cubicBezTo>
                  <a:pt x="292502" y="69695"/>
                  <a:pt x="280813" y="72962"/>
                  <a:pt x="270577" y="78915"/>
                </a:cubicBezTo>
                <a:cubicBezTo>
                  <a:pt x="259106" y="67299"/>
                  <a:pt x="245748" y="57571"/>
                  <a:pt x="231010" y="50239"/>
                </a:cubicBezTo>
                <a:cubicBezTo>
                  <a:pt x="251483" y="32815"/>
                  <a:pt x="277546" y="23232"/>
                  <a:pt x="304553" y="23232"/>
                </a:cubicBezTo>
                <a:cubicBezTo>
                  <a:pt x="367279" y="23232"/>
                  <a:pt x="418171" y="74051"/>
                  <a:pt x="418171" y="136849"/>
                </a:cubicBezTo>
                <a:cubicBezTo>
                  <a:pt x="418171" y="166978"/>
                  <a:pt x="406192" y="195872"/>
                  <a:pt x="384920" y="217144"/>
                </a:cubicBezTo>
                <a:lnTo>
                  <a:pt x="333302" y="268762"/>
                </a:lnTo>
                <a:cubicBezTo>
                  <a:pt x="312031" y="290033"/>
                  <a:pt x="283136" y="302012"/>
                  <a:pt x="253008" y="302012"/>
                </a:cubicBezTo>
                <a:cubicBezTo>
                  <a:pt x="190282" y="302012"/>
                  <a:pt x="139390" y="251193"/>
                  <a:pt x="139390" y="188395"/>
                </a:cubicBezTo>
                <a:cubicBezTo>
                  <a:pt x="139390" y="187306"/>
                  <a:pt x="139390" y="186217"/>
                  <a:pt x="139463" y="185128"/>
                </a:cubicBezTo>
                <a:cubicBezTo>
                  <a:pt x="139826" y="172278"/>
                  <a:pt x="150498" y="162186"/>
                  <a:pt x="163348" y="162549"/>
                </a:cubicBezTo>
                <a:cubicBezTo>
                  <a:pt x="176198" y="162912"/>
                  <a:pt x="186289" y="173584"/>
                  <a:pt x="185926" y="186434"/>
                </a:cubicBezTo>
                <a:cubicBezTo>
                  <a:pt x="185926" y="187088"/>
                  <a:pt x="185926" y="187741"/>
                  <a:pt x="185926" y="188322"/>
                </a:cubicBezTo>
                <a:cubicBezTo>
                  <a:pt x="185926" y="225420"/>
                  <a:pt x="215982" y="255476"/>
                  <a:pt x="253080" y="255476"/>
                </a:cubicBezTo>
                <a:cubicBezTo>
                  <a:pt x="270867" y="255476"/>
                  <a:pt x="287928" y="248434"/>
                  <a:pt x="300560" y="235802"/>
                </a:cubicBezTo>
                <a:lnTo>
                  <a:pt x="352178" y="184184"/>
                </a:lnTo>
                <a:cubicBezTo>
                  <a:pt x="364738" y="171624"/>
                  <a:pt x="371853" y="154491"/>
                  <a:pt x="371853" y="136704"/>
                </a:cubicBezTo>
                <a:cubicBezTo>
                  <a:pt x="371853" y="99606"/>
                  <a:pt x="341796" y="69550"/>
                  <a:pt x="304698" y="69550"/>
                </a:cubicBezTo>
                <a:close/>
                <a:moveTo>
                  <a:pt x="199793" y="125814"/>
                </a:moveTo>
                <a:cubicBezTo>
                  <a:pt x="198413" y="125233"/>
                  <a:pt x="197034" y="124435"/>
                  <a:pt x="195800" y="123564"/>
                </a:cubicBezTo>
                <a:cubicBezTo>
                  <a:pt x="186652" y="118845"/>
                  <a:pt x="176198" y="116159"/>
                  <a:pt x="165236" y="116159"/>
                </a:cubicBezTo>
                <a:cubicBezTo>
                  <a:pt x="147449" y="116159"/>
                  <a:pt x="130388" y="123201"/>
                  <a:pt x="117756" y="135833"/>
                </a:cubicBezTo>
                <a:lnTo>
                  <a:pt x="66138" y="187451"/>
                </a:lnTo>
                <a:cubicBezTo>
                  <a:pt x="53578" y="200010"/>
                  <a:pt x="46463" y="217144"/>
                  <a:pt x="46463" y="234931"/>
                </a:cubicBezTo>
                <a:cubicBezTo>
                  <a:pt x="46463" y="272029"/>
                  <a:pt x="76519" y="302085"/>
                  <a:pt x="113618" y="302085"/>
                </a:cubicBezTo>
                <a:cubicBezTo>
                  <a:pt x="125596" y="302085"/>
                  <a:pt x="137285" y="298890"/>
                  <a:pt x="147521" y="292937"/>
                </a:cubicBezTo>
                <a:cubicBezTo>
                  <a:pt x="158992" y="304553"/>
                  <a:pt x="172350" y="314281"/>
                  <a:pt x="187160" y="321614"/>
                </a:cubicBezTo>
                <a:cubicBezTo>
                  <a:pt x="166688" y="338965"/>
                  <a:pt x="140697" y="348621"/>
                  <a:pt x="113618" y="348621"/>
                </a:cubicBezTo>
                <a:cubicBezTo>
                  <a:pt x="50892" y="348621"/>
                  <a:pt x="0" y="297801"/>
                  <a:pt x="0" y="235003"/>
                </a:cubicBezTo>
                <a:cubicBezTo>
                  <a:pt x="0" y="204875"/>
                  <a:pt x="11979" y="175980"/>
                  <a:pt x="33250" y="154709"/>
                </a:cubicBezTo>
                <a:lnTo>
                  <a:pt x="84868" y="103091"/>
                </a:lnTo>
                <a:cubicBezTo>
                  <a:pt x="106140" y="81819"/>
                  <a:pt x="135034" y="69840"/>
                  <a:pt x="165163" y="69840"/>
                </a:cubicBezTo>
                <a:cubicBezTo>
                  <a:pt x="228034" y="69840"/>
                  <a:pt x="278780" y="121095"/>
                  <a:pt x="278780" y="183748"/>
                </a:cubicBezTo>
                <a:cubicBezTo>
                  <a:pt x="278780" y="184692"/>
                  <a:pt x="278780" y="185636"/>
                  <a:pt x="278780" y="186580"/>
                </a:cubicBezTo>
                <a:cubicBezTo>
                  <a:pt x="278490" y="199430"/>
                  <a:pt x="267818" y="209521"/>
                  <a:pt x="254968" y="209231"/>
                </a:cubicBezTo>
                <a:cubicBezTo>
                  <a:pt x="242118" y="208940"/>
                  <a:pt x="232027" y="198268"/>
                  <a:pt x="232317" y="185418"/>
                </a:cubicBezTo>
                <a:cubicBezTo>
                  <a:pt x="232317" y="184837"/>
                  <a:pt x="232317" y="184329"/>
                  <a:pt x="232317" y="183748"/>
                </a:cubicBezTo>
                <a:cubicBezTo>
                  <a:pt x="232317" y="159282"/>
                  <a:pt x="219249" y="137793"/>
                  <a:pt x="199793" y="125959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45" name="Text 43"/>
          <p:cNvSpPr/>
          <p:nvPr/>
        </p:nvSpPr>
        <p:spPr>
          <a:xfrm>
            <a:off x="11665415" y="1833756"/>
            <a:ext cx="2552390" cy="396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341" b="1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Domain &amp; Access</a:t>
            </a:r>
            <a:endParaRPr lang="en-US" sz="1600"/>
          </a:p>
        </p:txBody>
      </p:sp>
      <p:sp>
        <p:nvSpPr>
          <p:cNvPr id="46" name="Shape 44"/>
          <p:cNvSpPr/>
          <p:nvPr/>
        </p:nvSpPr>
        <p:spPr>
          <a:xfrm>
            <a:off x="11052098" y="2378927"/>
            <a:ext cx="4510049" cy="792976"/>
          </a:xfrm>
          <a:custGeom>
            <a:avLst/>
            <a:gdLst/>
            <a:ahLst/>
            <a:cxnLst/>
            <a:rect l="l" t="t" r="r" b="b"/>
            <a:pathLst>
              <a:path w="4510049" h="792976">
                <a:moveTo>
                  <a:pt x="49561" y="0"/>
                </a:moveTo>
                <a:lnTo>
                  <a:pt x="4460488" y="0"/>
                </a:lnTo>
                <a:cubicBezTo>
                  <a:pt x="4487860" y="0"/>
                  <a:pt x="4510049" y="22189"/>
                  <a:pt x="4510049" y="49561"/>
                </a:cubicBezTo>
                <a:lnTo>
                  <a:pt x="4510049" y="743415"/>
                </a:lnTo>
                <a:cubicBezTo>
                  <a:pt x="4510049" y="770786"/>
                  <a:pt x="4487860" y="792976"/>
                  <a:pt x="4460488" y="792976"/>
                </a:cubicBezTo>
                <a:lnTo>
                  <a:pt x="49561" y="792976"/>
                </a:lnTo>
                <a:cubicBezTo>
                  <a:pt x="22189" y="792976"/>
                  <a:pt x="0" y="770786"/>
                  <a:pt x="0" y="743415"/>
                </a:cubicBezTo>
                <a:lnTo>
                  <a:pt x="0" y="49561"/>
                </a:lnTo>
                <a:cubicBezTo>
                  <a:pt x="0" y="22208"/>
                  <a:pt x="22208" y="0"/>
                  <a:pt x="49561" y="0"/>
                </a:cubicBezTo>
                <a:close/>
              </a:path>
            </a:pathLst>
          </a:custGeom>
          <a:solidFill>
            <a:srgbClr val="1A202C"/>
          </a:solidFill>
          <a:ln/>
        </p:spPr>
      </p:sp>
      <p:sp>
        <p:nvSpPr>
          <p:cNvPr id="47" name="Text 45"/>
          <p:cNvSpPr/>
          <p:nvPr/>
        </p:nvSpPr>
        <p:spPr>
          <a:xfrm>
            <a:off x="11151220" y="2478049"/>
            <a:ext cx="4398537" cy="247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6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Dynamic DNS</a:t>
            </a:r>
            <a:endParaRPr lang="en-US" sz="1600"/>
          </a:p>
        </p:txBody>
      </p:sp>
      <p:sp>
        <p:nvSpPr>
          <p:cNvPr id="48" name="Text 46"/>
          <p:cNvSpPr/>
          <p:nvPr/>
        </p:nvSpPr>
        <p:spPr>
          <a:xfrm>
            <a:off x="11151220" y="2775418"/>
            <a:ext cx="4410927" cy="297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61" b="1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DuckDNS (Free)</a:t>
            </a:r>
            <a:endParaRPr lang="en-US" sz="1600"/>
          </a:p>
        </p:txBody>
      </p:sp>
      <p:sp>
        <p:nvSpPr>
          <p:cNvPr id="49" name="Shape 47"/>
          <p:cNvSpPr/>
          <p:nvPr/>
        </p:nvSpPr>
        <p:spPr>
          <a:xfrm>
            <a:off x="11052098" y="3271027"/>
            <a:ext cx="4510049" cy="792976"/>
          </a:xfrm>
          <a:custGeom>
            <a:avLst/>
            <a:gdLst/>
            <a:ahLst/>
            <a:cxnLst/>
            <a:rect l="l" t="t" r="r" b="b"/>
            <a:pathLst>
              <a:path w="4510049" h="792976">
                <a:moveTo>
                  <a:pt x="49561" y="0"/>
                </a:moveTo>
                <a:lnTo>
                  <a:pt x="4460488" y="0"/>
                </a:lnTo>
                <a:cubicBezTo>
                  <a:pt x="4487860" y="0"/>
                  <a:pt x="4510049" y="22189"/>
                  <a:pt x="4510049" y="49561"/>
                </a:cubicBezTo>
                <a:lnTo>
                  <a:pt x="4510049" y="743415"/>
                </a:lnTo>
                <a:cubicBezTo>
                  <a:pt x="4510049" y="770786"/>
                  <a:pt x="4487860" y="792976"/>
                  <a:pt x="4460488" y="792976"/>
                </a:cubicBezTo>
                <a:lnTo>
                  <a:pt x="49561" y="792976"/>
                </a:lnTo>
                <a:cubicBezTo>
                  <a:pt x="22189" y="792976"/>
                  <a:pt x="0" y="770786"/>
                  <a:pt x="0" y="743415"/>
                </a:cubicBezTo>
                <a:lnTo>
                  <a:pt x="0" y="49561"/>
                </a:lnTo>
                <a:cubicBezTo>
                  <a:pt x="0" y="22208"/>
                  <a:pt x="22208" y="0"/>
                  <a:pt x="49561" y="0"/>
                </a:cubicBezTo>
                <a:close/>
              </a:path>
            </a:pathLst>
          </a:custGeom>
          <a:solidFill>
            <a:srgbClr val="1A202C"/>
          </a:solidFill>
          <a:ln/>
        </p:spPr>
      </p:sp>
      <p:sp>
        <p:nvSpPr>
          <p:cNvPr id="50" name="Text 48"/>
          <p:cNvSpPr/>
          <p:nvPr/>
        </p:nvSpPr>
        <p:spPr>
          <a:xfrm>
            <a:off x="11151220" y="3370149"/>
            <a:ext cx="4398537" cy="247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6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 Domain</a:t>
            </a:r>
            <a:endParaRPr lang="en-US" sz="1600"/>
          </a:p>
        </p:txBody>
      </p:sp>
      <p:sp>
        <p:nvSpPr>
          <p:cNvPr id="51" name="Text 49"/>
          <p:cNvSpPr/>
          <p:nvPr/>
        </p:nvSpPr>
        <p:spPr>
          <a:xfrm>
            <a:off x="11151220" y="3667515"/>
            <a:ext cx="4410927" cy="297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61" b="1">
                <a:solidFill>
                  <a:srgbClr val="4FD1C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weather-iot.duckdns.org</a:t>
            </a:r>
            <a:endParaRPr lang="en-US" sz="1600"/>
          </a:p>
        </p:txBody>
      </p:sp>
      <p:sp>
        <p:nvSpPr>
          <p:cNvPr id="52" name="Shape 50"/>
          <p:cNvSpPr/>
          <p:nvPr/>
        </p:nvSpPr>
        <p:spPr>
          <a:xfrm>
            <a:off x="11052098" y="4163125"/>
            <a:ext cx="4510049" cy="792976"/>
          </a:xfrm>
          <a:custGeom>
            <a:avLst/>
            <a:gdLst/>
            <a:ahLst/>
            <a:cxnLst/>
            <a:rect l="l" t="t" r="r" b="b"/>
            <a:pathLst>
              <a:path w="4510049" h="792976">
                <a:moveTo>
                  <a:pt x="49561" y="0"/>
                </a:moveTo>
                <a:lnTo>
                  <a:pt x="4460488" y="0"/>
                </a:lnTo>
                <a:cubicBezTo>
                  <a:pt x="4487860" y="0"/>
                  <a:pt x="4510049" y="22189"/>
                  <a:pt x="4510049" y="49561"/>
                </a:cubicBezTo>
                <a:lnTo>
                  <a:pt x="4510049" y="743415"/>
                </a:lnTo>
                <a:cubicBezTo>
                  <a:pt x="4510049" y="770786"/>
                  <a:pt x="4487860" y="792976"/>
                  <a:pt x="4460488" y="792976"/>
                </a:cubicBezTo>
                <a:lnTo>
                  <a:pt x="49561" y="792976"/>
                </a:lnTo>
                <a:cubicBezTo>
                  <a:pt x="22189" y="792976"/>
                  <a:pt x="0" y="770786"/>
                  <a:pt x="0" y="743415"/>
                </a:cubicBezTo>
                <a:lnTo>
                  <a:pt x="0" y="49561"/>
                </a:lnTo>
                <a:cubicBezTo>
                  <a:pt x="0" y="22208"/>
                  <a:pt x="22208" y="0"/>
                  <a:pt x="49561" y="0"/>
                </a:cubicBezTo>
                <a:close/>
              </a:path>
            </a:pathLst>
          </a:custGeom>
          <a:solidFill>
            <a:srgbClr val="1A202C"/>
          </a:solidFill>
          <a:ln/>
        </p:spPr>
      </p:sp>
      <p:sp>
        <p:nvSpPr>
          <p:cNvPr id="53" name="Text 51"/>
          <p:cNvSpPr/>
          <p:nvPr/>
        </p:nvSpPr>
        <p:spPr>
          <a:xfrm>
            <a:off x="11151220" y="4262247"/>
            <a:ext cx="4398537" cy="247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6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Availability</a:t>
            </a:r>
            <a:endParaRPr lang="en-US" sz="1600"/>
          </a:p>
        </p:txBody>
      </p:sp>
      <p:sp>
        <p:nvSpPr>
          <p:cNvPr id="54" name="Text 52"/>
          <p:cNvSpPr/>
          <p:nvPr/>
        </p:nvSpPr>
        <p:spPr>
          <a:xfrm>
            <a:off x="11151220" y="4559613"/>
            <a:ext cx="4410927" cy="297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61" b="1">
                <a:solidFill>
                  <a:srgbClr val="4FD1C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24/7 Public Access</a:t>
            </a:r>
            <a:endParaRPr lang="en-US" sz="1600"/>
          </a:p>
        </p:txBody>
      </p:sp>
      <p:sp>
        <p:nvSpPr>
          <p:cNvPr id="55" name="Shape 53"/>
          <p:cNvSpPr/>
          <p:nvPr/>
        </p:nvSpPr>
        <p:spPr>
          <a:xfrm>
            <a:off x="11052098" y="5055223"/>
            <a:ext cx="4510049" cy="792976"/>
          </a:xfrm>
          <a:custGeom>
            <a:avLst/>
            <a:gdLst/>
            <a:ahLst/>
            <a:cxnLst/>
            <a:rect l="l" t="t" r="r" b="b"/>
            <a:pathLst>
              <a:path w="4510049" h="792976">
                <a:moveTo>
                  <a:pt x="49561" y="0"/>
                </a:moveTo>
                <a:lnTo>
                  <a:pt x="4460488" y="0"/>
                </a:lnTo>
                <a:cubicBezTo>
                  <a:pt x="4487860" y="0"/>
                  <a:pt x="4510049" y="22189"/>
                  <a:pt x="4510049" y="49561"/>
                </a:cubicBezTo>
                <a:lnTo>
                  <a:pt x="4510049" y="743415"/>
                </a:lnTo>
                <a:cubicBezTo>
                  <a:pt x="4510049" y="770786"/>
                  <a:pt x="4487860" y="792976"/>
                  <a:pt x="4460488" y="792976"/>
                </a:cubicBezTo>
                <a:lnTo>
                  <a:pt x="49561" y="792976"/>
                </a:lnTo>
                <a:cubicBezTo>
                  <a:pt x="22189" y="792976"/>
                  <a:pt x="0" y="770786"/>
                  <a:pt x="0" y="743415"/>
                </a:cubicBezTo>
                <a:lnTo>
                  <a:pt x="0" y="49561"/>
                </a:lnTo>
                <a:cubicBezTo>
                  <a:pt x="0" y="22208"/>
                  <a:pt x="22208" y="0"/>
                  <a:pt x="49561" y="0"/>
                </a:cubicBezTo>
                <a:close/>
              </a:path>
            </a:pathLst>
          </a:custGeom>
          <a:solidFill>
            <a:srgbClr val="1A202C"/>
          </a:solidFill>
          <a:ln/>
        </p:spPr>
      </p:sp>
      <p:sp>
        <p:nvSpPr>
          <p:cNvPr id="56" name="Text 54"/>
          <p:cNvSpPr/>
          <p:nvPr/>
        </p:nvSpPr>
        <p:spPr>
          <a:xfrm>
            <a:off x="11151220" y="5154344"/>
            <a:ext cx="4398537" cy="247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6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SSL Certificate</a:t>
            </a:r>
            <a:endParaRPr lang="en-US" sz="1600"/>
          </a:p>
        </p:txBody>
      </p:sp>
      <p:sp>
        <p:nvSpPr>
          <p:cNvPr id="57" name="Text 55"/>
          <p:cNvSpPr/>
          <p:nvPr/>
        </p:nvSpPr>
        <p:spPr>
          <a:xfrm>
            <a:off x="11151220" y="5451710"/>
            <a:ext cx="4410927" cy="297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61" b="1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Let's Encrypt (Free)</a:t>
            </a:r>
            <a:endParaRPr lang="en-US" sz="1600"/>
          </a:p>
        </p:txBody>
      </p:sp>
      <p:sp>
        <p:nvSpPr>
          <p:cNvPr id="58" name="Shape 56"/>
          <p:cNvSpPr/>
          <p:nvPr/>
        </p:nvSpPr>
        <p:spPr>
          <a:xfrm>
            <a:off x="501805" y="6201320"/>
            <a:ext cx="15252390" cy="2440878"/>
          </a:xfrm>
          <a:custGeom>
            <a:avLst/>
            <a:gdLst/>
            <a:ahLst/>
            <a:cxnLst/>
            <a:rect l="l" t="t" r="r" b="b"/>
            <a:pathLst>
              <a:path w="15252390" h="2440878">
                <a:moveTo>
                  <a:pt x="148674" y="0"/>
                </a:moveTo>
                <a:lnTo>
                  <a:pt x="15103716" y="0"/>
                </a:lnTo>
                <a:cubicBezTo>
                  <a:pt x="15185827" y="0"/>
                  <a:pt x="15252390" y="66564"/>
                  <a:pt x="15252390" y="148674"/>
                </a:cubicBezTo>
                <a:lnTo>
                  <a:pt x="15252390" y="2292204"/>
                </a:lnTo>
                <a:cubicBezTo>
                  <a:pt x="15252390" y="2374314"/>
                  <a:pt x="15185827" y="2440878"/>
                  <a:pt x="15103716" y="2440878"/>
                </a:cubicBezTo>
                <a:lnTo>
                  <a:pt x="148674" y="2440878"/>
                </a:lnTo>
                <a:cubicBezTo>
                  <a:pt x="66619" y="2440878"/>
                  <a:pt x="0" y="2374260"/>
                  <a:pt x="0" y="2292204"/>
                </a:cubicBezTo>
                <a:lnTo>
                  <a:pt x="0" y="148674"/>
                </a:lnTo>
                <a:cubicBezTo>
                  <a:pt x="0" y="66619"/>
                  <a:pt x="66619" y="0"/>
                  <a:pt x="148674" y="0"/>
                </a:cubicBezTo>
                <a:close/>
              </a:path>
            </a:pathLst>
          </a:custGeom>
          <a:solidFill>
            <a:srgbClr val="2D3748"/>
          </a:solidFill>
          <a:ln w="12700">
            <a:solidFill>
              <a:srgbClr val="4FD1C5">
                <a:alpha val="30196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43415" y="6455320"/>
            <a:ext cx="297366" cy="297366"/>
          </a:xfrm>
          <a:custGeom>
            <a:avLst/>
            <a:gdLst/>
            <a:ahLst/>
            <a:cxnLst/>
            <a:rect l="l" t="t" r="r" b="b"/>
            <a:pathLst>
              <a:path w="297366" h="297366">
                <a:moveTo>
                  <a:pt x="111512" y="37171"/>
                </a:moveTo>
                <a:cubicBezTo>
                  <a:pt x="111512" y="26891"/>
                  <a:pt x="119818" y="18585"/>
                  <a:pt x="130098" y="18585"/>
                </a:cubicBezTo>
                <a:lnTo>
                  <a:pt x="167268" y="18585"/>
                </a:lnTo>
                <a:cubicBezTo>
                  <a:pt x="177548" y="18585"/>
                  <a:pt x="185854" y="26891"/>
                  <a:pt x="185854" y="37171"/>
                </a:cubicBezTo>
                <a:lnTo>
                  <a:pt x="185854" y="74341"/>
                </a:lnTo>
                <a:cubicBezTo>
                  <a:pt x="185854" y="84621"/>
                  <a:pt x="177548" y="92927"/>
                  <a:pt x="167268" y="92927"/>
                </a:cubicBezTo>
                <a:lnTo>
                  <a:pt x="162622" y="92927"/>
                </a:lnTo>
                <a:lnTo>
                  <a:pt x="162622" y="130098"/>
                </a:lnTo>
                <a:lnTo>
                  <a:pt x="232317" y="130098"/>
                </a:lnTo>
                <a:cubicBezTo>
                  <a:pt x="255433" y="130098"/>
                  <a:pt x="274134" y="148799"/>
                  <a:pt x="274134" y="171915"/>
                </a:cubicBezTo>
                <a:lnTo>
                  <a:pt x="274134" y="204439"/>
                </a:lnTo>
                <a:lnTo>
                  <a:pt x="278780" y="204439"/>
                </a:lnTo>
                <a:cubicBezTo>
                  <a:pt x="289061" y="204439"/>
                  <a:pt x="297366" y="212744"/>
                  <a:pt x="297366" y="223024"/>
                </a:cubicBezTo>
                <a:lnTo>
                  <a:pt x="297366" y="260195"/>
                </a:lnTo>
                <a:cubicBezTo>
                  <a:pt x="297366" y="270475"/>
                  <a:pt x="289061" y="278780"/>
                  <a:pt x="278780" y="278780"/>
                </a:cubicBezTo>
                <a:lnTo>
                  <a:pt x="241610" y="278780"/>
                </a:lnTo>
                <a:cubicBezTo>
                  <a:pt x="231330" y="278780"/>
                  <a:pt x="223024" y="270475"/>
                  <a:pt x="223024" y="260195"/>
                </a:cubicBezTo>
                <a:lnTo>
                  <a:pt x="223024" y="223024"/>
                </a:lnTo>
                <a:cubicBezTo>
                  <a:pt x="223024" y="212744"/>
                  <a:pt x="231330" y="204439"/>
                  <a:pt x="241610" y="204439"/>
                </a:cubicBezTo>
                <a:lnTo>
                  <a:pt x="246256" y="204439"/>
                </a:lnTo>
                <a:lnTo>
                  <a:pt x="246256" y="171915"/>
                </a:lnTo>
                <a:cubicBezTo>
                  <a:pt x="246256" y="164190"/>
                  <a:pt x="240042" y="157976"/>
                  <a:pt x="232317" y="157976"/>
                </a:cubicBezTo>
                <a:lnTo>
                  <a:pt x="162622" y="157976"/>
                </a:lnTo>
                <a:lnTo>
                  <a:pt x="162622" y="204439"/>
                </a:lnTo>
                <a:lnTo>
                  <a:pt x="167268" y="204439"/>
                </a:lnTo>
                <a:cubicBezTo>
                  <a:pt x="177548" y="204439"/>
                  <a:pt x="185854" y="212744"/>
                  <a:pt x="185854" y="223024"/>
                </a:cubicBezTo>
                <a:lnTo>
                  <a:pt x="185854" y="260195"/>
                </a:lnTo>
                <a:cubicBezTo>
                  <a:pt x="185854" y="270475"/>
                  <a:pt x="177548" y="278780"/>
                  <a:pt x="167268" y="278780"/>
                </a:cubicBezTo>
                <a:lnTo>
                  <a:pt x="130098" y="278780"/>
                </a:lnTo>
                <a:cubicBezTo>
                  <a:pt x="119818" y="278780"/>
                  <a:pt x="111512" y="270475"/>
                  <a:pt x="111512" y="260195"/>
                </a:cubicBezTo>
                <a:lnTo>
                  <a:pt x="111512" y="223024"/>
                </a:lnTo>
                <a:cubicBezTo>
                  <a:pt x="111512" y="212744"/>
                  <a:pt x="119818" y="204439"/>
                  <a:pt x="130098" y="204439"/>
                </a:cubicBezTo>
                <a:lnTo>
                  <a:pt x="134744" y="204439"/>
                </a:lnTo>
                <a:lnTo>
                  <a:pt x="134744" y="157976"/>
                </a:lnTo>
                <a:lnTo>
                  <a:pt x="65049" y="157976"/>
                </a:lnTo>
                <a:cubicBezTo>
                  <a:pt x="57324" y="157976"/>
                  <a:pt x="51110" y="164190"/>
                  <a:pt x="51110" y="171915"/>
                </a:cubicBezTo>
                <a:lnTo>
                  <a:pt x="51110" y="204439"/>
                </a:lnTo>
                <a:lnTo>
                  <a:pt x="55756" y="204439"/>
                </a:lnTo>
                <a:cubicBezTo>
                  <a:pt x="66036" y="204439"/>
                  <a:pt x="74341" y="212744"/>
                  <a:pt x="74341" y="223024"/>
                </a:cubicBezTo>
                <a:lnTo>
                  <a:pt x="74341" y="260195"/>
                </a:lnTo>
                <a:cubicBezTo>
                  <a:pt x="74341" y="270475"/>
                  <a:pt x="66036" y="278780"/>
                  <a:pt x="55756" y="278780"/>
                </a:cubicBezTo>
                <a:lnTo>
                  <a:pt x="18585" y="278780"/>
                </a:lnTo>
                <a:cubicBezTo>
                  <a:pt x="8305" y="278780"/>
                  <a:pt x="0" y="270475"/>
                  <a:pt x="0" y="260195"/>
                </a:cubicBezTo>
                <a:lnTo>
                  <a:pt x="0" y="223024"/>
                </a:lnTo>
                <a:cubicBezTo>
                  <a:pt x="0" y="212744"/>
                  <a:pt x="8305" y="204439"/>
                  <a:pt x="18585" y="204439"/>
                </a:cubicBezTo>
                <a:lnTo>
                  <a:pt x="23232" y="204439"/>
                </a:lnTo>
                <a:lnTo>
                  <a:pt x="23232" y="171915"/>
                </a:lnTo>
                <a:cubicBezTo>
                  <a:pt x="23232" y="148799"/>
                  <a:pt x="41933" y="130098"/>
                  <a:pt x="65049" y="130098"/>
                </a:cubicBezTo>
                <a:lnTo>
                  <a:pt x="134744" y="130098"/>
                </a:lnTo>
                <a:lnTo>
                  <a:pt x="134744" y="92927"/>
                </a:lnTo>
                <a:lnTo>
                  <a:pt x="130098" y="92927"/>
                </a:lnTo>
                <a:cubicBezTo>
                  <a:pt x="119818" y="92927"/>
                  <a:pt x="111512" y="84621"/>
                  <a:pt x="111512" y="74341"/>
                </a:cubicBezTo>
                <a:lnTo>
                  <a:pt x="111512" y="37171"/>
                </a:ln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60" name="Text 58"/>
          <p:cNvSpPr/>
          <p:nvPr/>
        </p:nvSpPr>
        <p:spPr>
          <a:xfrm>
            <a:off x="1077951" y="6405759"/>
            <a:ext cx="14620488" cy="396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341" b="1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Production Architecture</a:t>
            </a:r>
            <a:endParaRPr lang="en-US" sz="1600"/>
          </a:p>
        </p:txBody>
      </p:sp>
      <p:sp>
        <p:nvSpPr>
          <p:cNvPr id="61" name="Shape 59"/>
          <p:cNvSpPr/>
          <p:nvPr/>
        </p:nvSpPr>
        <p:spPr>
          <a:xfrm>
            <a:off x="835722" y="6950930"/>
            <a:ext cx="792976" cy="792976"/>
          </a:xfrm>
          <a:custGeom>
            <a:avLst/>
            <a:gdLst/>
            <a:ahLst/>
            <a:cxnLst/>
            <a:rect l="l" t="t" r="r" b="b"/>
            <a:pathLst>
              <a:path w="792976" h="792976">
                <a:moveTo>
                  <a:pt x="396488" y="0"/>
                </a:moveTo>
                <a:lnTo>
                  <a:pt x="396488" y="0"/>
                </a:lnTo>
                <a:cubicBezTo>
                  <a:pt x="615315" y="0"/>
                  <a:pt x="792976" y="177660"/>
                  <a:pt x="792976" y="396488"/>
                </a:cubicBezTo>
                <a:lnTo>
                  <a:pt x="792976" y="396488"/>
                </a:lnTo>
                <a:cubicBezTo>
                  <a:pt x="792976" y="615315"/>
                  <a:pt x="615315" y="792976"/>
                  <a:pt x="396488" y="792976"/>
                </a:cubicBezTo>
                <a:lnTo>
                  <a:pt x="396488" y="792976"/>
                </a:lnTo>
                <a:cubicBezTo>
                  <a:pt x="177660" y="792976"/>
                  <a:pt x="0" y="615315"/>
                  <a:pt x="0" y="396488"/>
                </a:cubicBezTo>
                <a:lnTo>
                  <a:pt x="0" y="396488"/>
                </a:lnTo>
                <a:cubicBezTo>
                  <a:pt x="0" y="177660"/>
                  <a:pt x="177660" y="0"/>
                  <a:pt x="396488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1046356" y="7198735"/>
            <a:ext cx="371707" cy="297366"/>
          </a:xfrm>
          <a:custGeom>
            <a:avLst/>
            <a:gdLst/>
            <a:ahLst/>
            <a:cxnLst/>
            <a:rect l="l" t="t" r="r" b="b"/>
            <a:pathLst>
              <a:path w="371707" h="297366">
                <a:moveTo>
                  <a:pt x="185854" y="9293"/>
                </a:moveTo>
                <a:cubicBezTo>
                  <a:pt x="219191" y="9293"/>
                  <a:pt x="246256" y="36358"/>
                  <a:pt x="246256" y="69695"/>
                </a:cubicBezTo>
                <a:cubicBezTo>
                  <a:pt x="246256" y="103032"/>
                  <a:pt x="219191" y="130098"/>
                  <a:pt x="185854" y="130098"/>
                </a:cubicBezTo>
                <a:cubicBezTo>
                  <a:pt x="152517" y="130098"/>
                  <a:pt x="125451" y="103032"/>
                  <a:pt x="125451" y="69695"/>
                </a:cubicBezTo>
                <a:cubicBezTo>
                  <a:pt x="125451" y="36358"/>
                  <a:pt x="152517" y="9293"/>
                  <a:pt x="185854" y="9293"/>
                </a:cubicBezTo>
                <a:close/>
                <a:moveTo>
                  <a:pt x="55756" y="51110"/>
                </a:moveTo>
                <a:cubicBezTo>
                  <a:pt x="78836" y="51110"/>
                  <a:pt x="97573" y="69847"/>
                  <a:pt x="97573" y="92927"/>
                </a:cubicBezTo>
                <a:cubicBezTo>
                  <a:pt x="97573" y="116006"/>
                  <a:pt x="78836" y="134744"/>
                  <a:pt x="55756" y="134744"/>
                </a:cubicBezTo>
                <a:cubicBezTo>
                  <a:pt x="32677" y="134744"/>
                  <a:pt x="13939" y="116006"/>
                  <a:pt x="13939" y="92927"/>
                </a:cubicBezTo>
                <a:cubicBezTo>
                  <a:pt x="13939" y="69847"/>
                  <a:pt x="32677" y="51110"/>
                  <a:pt x="55756" y="51110"/>
                </a:cubicBezTo>
                <a:close/>
                <a:moveTo>
                  <a:pt x="0" y="241610"/>
                </a:moveTo>
                <a:cubicBezTo>
                  <a:pt x="0" y="200548"/>
                  <a:pt x="33279" y="167268"/>
                  <a:pt x="74341" y="167268"/>
                </a:cubicBezTo>
                <a:cubicBezTo>
                  <a:pt x="81776" y="167268"/>
                  <a:pt x="88977" y="168372"/>
                  <a:pt x="95773" y="170405"/>
                </a:cubicBezTo>
                <a:cubicBezTo>
                  <a:pt x="76665" y="191778"/>
                  <a:pt x="65049" y="220004"/>
                  <a:pt x="65049" y="250902"/>
                </a:cubicBezTo>
                <a:lnTo>
                  <a:pt x="65049" y="260195"/>
                </a:lnTo>
                <a:cubicBezTo>
                  <a:pt x="65049" y="266816"/>
                  <a:pt x="66443" y="273089"/>
                  <a:pt x="68940" y="278780"/>
                </a:cubicBezTo>
                <a:lnTo>
                  <a:pt x="18585" y="278780"/>
                </a:lnTo>
                <a:cubicBezTo>
                  <a:pt x="8305" y="278780"/>
                  <a:pt x="0" y="270475"/>
                  <a:pt x="0" y="260195"/>
                </a:cubicBezTo>
                <a:lnTo>
                  <a:pt x="0" y="241610"/>
                </a:lnTo>
                <a:close/>
                <a:moveTo>
                  <a:pt x="302767" y="278780"/>
                </a:moveTo>
                <a:cubicBezTo>
                  <a:pt x="305265" y="273089"/>
                  <a:pt x="306659" y="266816"/>
                  <a:pt x="306659" y="260195"/>
                </a:cubicBezTo>
                <a:lnTo>
                  <a:pt x="306659" y="250902"/>
                </a:lnTo>
                <a:cubicBezTo>
                  <a:pt x="306659" y="220004"/>
                  <a:pt x="295043" y="191778"/>
                  <a:pt x="275935" y="170405"/>
                </a:cubicBezTo>
                <a:cubicBezTo>
                  <a:pt x="282730" y="168372"/>
                  <a:pt x="289932" y="167268"/>
                  <a:pt x="297366" y="167268"/>
                </a:cubicBezTo>
                <a:cubicBezTo>
                  <a:pt x="338428" y="167268"/>
                  <a:pt x="371707" y="200548"/>
                  <a:pt x="371707" y="241610"/>
                </a:cubicBezTo>
                <a:lnTo>
                  <a:pt x="371707" y="260195"/>
                </a:lnTo>
                <a:cubicBezTo>
                  <a:pt x="371707" y="270475"/>
                  <a:pt x="363402" y="278780"/>
                  <a:pt x="353122" y="278780"/>
                </a:cubicBezTo>
                <a:lnTo>
                  <a:pt x="302767" y="278780"/>
                </a:lnTo>
                <a:close/>
                <a:moveTo>
                  <a:pt x="274134" y="92927"/>
                </a:moveTo>
                <a:cubicBezTo>
                  <a:pt x="274134" y="69847"/>
                  <a:pt x="292872" y="51110"/>
                  <a:pt x="315951" y="51110"/>
                </a:cubicBezTo>
                <a:cubicBezTo>
                  <a:pt x="339031" y="51110"/>
                  <a:pt x="357768" y="69847"/>
                  <a:pt x="357768" y="92927"/>
                </a:cubicBezTo>
                <a:cubicBezTo>
                  <a:pt x="357768" y="116006"/>
                  <a:pt x="339031" y="134744"/>
                  <a:pt x="315951" y="134744"/>
                </a:cubicBezTo>
                <a:cubicBezTo>
                  <a:pt x="292872" y="134744"/>
                  <a:pt x="274134" y="116006"/>
                  <a:pt x="274134" y="92927"/>
                </a:cubicBezTo>
                <a:close/>
                <a:moveTo>
                  <a:pt x="92927" y="250902"/>
                </a:moveTo>
                <a:cubicBezTo>
                  <a:pt x="92927" y="199560"/>
                  <a:pt x="134512" y="157976"/>
                  <a:pt x="185854" y="157976"/>
                </a:cubicBezTo>
                <a:cubicBezTo>
                  <a:pt x="237196" y="157976"/>
                  <a:pt x="278780" y="199560"/>
                  <a:pt x="278780" y="250902"/>
                </a:cubicBezTo>
                <a:lnTo>
                  <a:pt x="278780" y="260195"/>
                </a:lnTo>
                <a:cubicBezTo>
                  <a:pt x="278780" y="270475"/>
                  <a:pt x="270475" y="278780"/>
                  <a:pt x="260195" y="278780"/>
                </a:cubicBezTo>
                <a:lnTo>
                  <a:pt x="111512" y="278780"/>
                </a:lnTo>
                <a:cubicBezTo>
                  <a:pt x="101232" y="278780"/>
                  <a:pt x="92927" y="270475"/>
                  <a:pt x="92927" y="260195"/>
                </a:cubicBezTo>
                <a:lnTo>
                  <a:pt x="92927" y="250902"/>
                </a:ln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63" name="Text 61"/>
          <p:cNvSpPr/>
          <p:nvPr/>
        </p:nvSpPr>
        <p:spPr>
          <a:xfrm>
            <a:off x="656683" y="7843027"/>
            <a:ext cx="1152293" cy="297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61" b="1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Users</a:t>
            </a:r>
            <a:endParaRPr lang="en-US" sz="1600"/>
          </a:p>
        </p:txBody>
      </p:sp>
      <p:sp>
        <p:nvSpPr>
          <p:cNvPr id="64" name="Text 62"/>
          <p:cNvSpPr/>
          <p:nvPr/>
        </p:nvSpPr>
        <p:spPr>
          <a:xfrm>
            <a:off x="662878" y="8189954"/>
            <a:ext cx="1139902" cy="247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66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Global Access</a:t>
            </a:r>
            <a:endParaRPr lang="en-US" sz="1600"/>
          </a:p>
        </p:txBody>
      </p:sp>
      <p:sp>
        <p:nvSpPr>
          <p:cNvPr id="65" name="Shape 63"/>
          <p:cNvSpPr/>
          <p:nvPr/>
        </p:nvSpPr>
        <p:spPr>
          <a:xfrm>
            <a:off x="2801641" y="7545662"/>
            <a:ext cx="297366" cy="297366"/>
          </a:xfrm>
          <a:custGeom>
            <a:avLst/>
            <a:gdLst/>
            <a:ahLst/>
            <a:cxnLst/>
            <a:rect l="l" t="t" r="r" b="b"/>
            <a:pathLst>
              <a:path w="297366" h="297366">
                <a:moveTo>
                  <a:pt x="291906" y="161809"/>
                </a:moveTo>
                <a:cubicBezTo>
                  <a:pt x="299166" y="154549"/>
                  <a:pt x="299166" y="142759"/>
                  <a:pt x="291906" y="135499"/>
                </a:cubicBezTo>
                <a:lnTo>
                  <a:pt x="198980" y="42572"/>
                </a:lnTo>
                <a:cubicBezTo>
                  <a:pt x="191720" y="35312"/>
                  <a:pt x="179930" y="35312"/>
                  <a:pt x="172670" y="42572"/>
                </a:cubicBezTo>
                <a:cubicBezTo>
                  <a:pt x="165410" y="49832"/>
                  <a:pt x="165410" y="61622"/>
                  <a:pt x="172670" y="68882"/>
                </a:cubicBezTo>
                <a:lnTo>
                  <a:pt x="233885" y="130098"/>
                </a:lnTo>
                <a:lnTo>
                  <a:pt x="18585" y="130098"/>
                </a:lnTo>
                <a:cubicBezTo>
                  <a:pt x="8305" y="130098"/>
                  <a:pt x="0" y="138403"/>
                  <a:pt x="0" y="148683"/>
                </a:cubicBezTo>
                <a:cubicBezTo>
                  <a:pt x="0" y="158963"/>
                  <a:pt x="8305" y="167268"/>
                  <a:pt x="18585" y="167268"/>
                </a:cubicBezTo>
                <a:lnTo>
                  <a:pt x="233885" y="167268"/>
                </a:lnTo>
                <a:lnTo>
                  <a:pt x="172670" y="228484"/>
                </a:lnTo>
                <a:cubicBezTo>
                  <a:pt x="165410" y="235744"/>
                  <a:pt x="165410" y="247534"/>
                  <a:pt x="172670" y="254794"/>
                </a:cubicBezTo>
                <a:cubicBezTo>
                  <a:pt x="179930" y="262054"/>
                  <a:pt x="191720" y="262054"/>
                  <a:pt x="198980" y="254794"/>
                </a:cubicBezTo>
                <a:lnTo>
                  <a:pt x="291906" y="161867"/>
                </a:ln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66" name="Shape 64"/>
          <p:cNvSpPr/>
          <p:nvPr/>
        </p:nvSpPr>
        <p:spPr>
          <a:xfrm>
            <a:off x="4282688" y="6950930"/>
            <a:ext cx="792976" cy="792976"/>
          </a:xfrm>
          <a:custGeom>
            <a:avLst/>
            <a:gdLst/>
            <a:ahLst/>
            <a:cxnLst/>
            <a:rect l="l" t="t" r="r" b="b"/>
            <a:pathLst>
              <a:path w="792976" h="792976">
                <a:moveTo>
                  <a:pt x="396488" y="0"/>
                </a:moveTo>
                <a:lnTo>
                  <a:pt x="396488" y="0"/>
                </a:lnTo>
                <a:cubicBezTo>
                  <a:pt x="615315" y="0"/>
                  <a:pt x="792976" y="177660"/>
                  <a:pt x="792976" y="396488"/>
                </a:cubicBezTo>
                <a:lnTo>
                  <a:pt x="792976" y="396488"/>
                </a:lnTo>
                <a:cubicBezTo>
                  <a:pt x="792976" y="615315"/>
                  <a:pt x="615315" y="792976"/>
                  <a:pt x="396488" y="792976"/>
                </a:cubicBezTo>
                <a:lnTo>
                  <a:pt x="396488" y="792976"/>
                </a:lnTo>
                <a:cubicBezTo>
                  <a:pt x="177660" y="792976"/>
                  <a:pt x="0" y="615315"/>
                  <a:pt x="0" y="396488"/>
                </a:cubicBezTo>
                <a:lnTo>
                  <a:pt x="0" y="396488"/>
                </a:lnTo>
                <a:cubicBezTo>
                  <a:pt x="0" y="177660"/>
                  <a:pt x="177660" y="0"/>
                  <a:pt x="396488" y="0"/>
                </a:cubicBezTo>
                <a:close/>
              </a:path>
            </a:pathLst>
          </a:custGeom>
          <a:solidFill>
            <a:srgbClr val="F6AD55">
              <a:alpha val="20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4530493" y="7198735"/>
            <a:ext cx="297366" cy="297366"/>
          </a:xfrm>
          <a:custGeom>
            <a:avLst/>
            <a:gdLst/>
            <a:ahLst/>
            <a:cxnLst/>
            <a:rect l="l" t="t" r="r" b="b"/>
            <a:pathLst>
              <a:path w="297366" h="297366">
                <a:moveTo>
                  <a:pt x="148683" y="0"/>
                </a:moveTo>
                <a:cubicBezTo>
                  <a:pt x="151355" y="0"/>
                  <a:pt x="154026" y="581"/>
                  <a:pt x="156466" y="1684"/>
                </a:cubicBezTo>
                <a:lnTo>
                  <a:pt x="265887" y="48090"/>
                </a:lnTo>
                <a:cubicBezTo>
                  <a:pt x="278664" y="53491"/>
                  <a:pt x="288189" y="66094"/>
                  <a:pt x="288131" y="81311"/>
                </a:cubicBezTo>
                <a:cubicBezTo>
                  <a:pt x="287841" y="138926"/>
                  <a:pt x="264145" y="244339"/>
                  <a:pt x="164074" y="292255"/>
                </a:cubicBezTo>
                <a:cubicBezTo>
                  <a:pt x="154375" y="296901"/>
                  <a:pt x="143107" y="296901"/>
                  <a:pt x="133408" y="292255"/>
                </a:cubicBezTo>
                <a:cubicBezTo>
                  <a:pt x="33279" y="244339"/>
                  <a:pt x="9641" y="138926"/>
                  <a:pt x="9351" y="81311"/>
                </a:cubicBezTo>
                <a:cubicBezTo>
                  <a:pt x="9293" y="66094"/>
                  <a:pt x="18818" y="53491"/>
                  <a:pt x="31595" y="48090"/>
                </a:cubicBezTo>
                <a:lnTo>
                  <a:pt x="140958" y="1684"/>
                </a:lnTo>
                <a:cubicBezTo>
                  <a:pt x="143398" y="581"/>
                  <a:pt x="146011" y="0"/>
                  <a:pt x="148683" y="0"/>
                </a:cubicBezTo>
                <a:close/>
                <a:moveTo>
                  <a:pt x="148683" y="38797"/>
                </a:moveTo>
                <a:lnTo>
                  <a:pt x="148683" y="258395"/>
                </a:lnTo>
                <a:cubicBezTo>
                  <a:pt x="228832" y="219598"/>
                  <a:pt x="250380" y="133640"/>
                  <a:pt x="250902" y="82182"/>
                </a:cubicBezTo>
                <a:lnTo>
                  <a:pt x="148683" y="38855"/>
                </a:lnTo>
                <a:lnTo>
                  <a:pt x="148683" y="38855"/>
                </a:ln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68" name="Text 66"/>
          <p:cNvSpPr/>
          <p:nvPr/>
        </p:nvSpPr>
        <p:spPr>
          <a:xfrm>
            <a:off x="4092704" y="7843027"/>
            <a:ext cx="1177073" cy="297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61" b="1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Nginx</a:t>
            </a:r>
            <a:endParaRPr lang="en-US" sz="1600"/>
          </a:p>
        </p:txBody>
      </p:sp>
      <p:sp>
        <p:nvSpPr>
          <p:cNvPr id="69" name="Text 67"/>
          <p:cNvSpPr/>
          <p:nvPr/>
        </p:nvSpPr>
        <p:spPr>
          <a:xfrm>
            <a:off x="4098899" y="8189954"/>
            <a:ext cx="1164683" cy="247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66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Reverse Proxy</a:t>
            </a:r>
            <a:endParaRPr lang="en-US" sz="1600"/>
          </a:p>
        </p:txBody>
      </p:sp>
      <p:sp>
        <p:nvSpPr>
          <p:cNvPr id="70" name="Shape 68"/>
          <p:cNvSpPr/>
          <p:nvPr/>
        </p:nvSpPr>
        <p:spPr>
          <a:xfrm>
            <a:off x="6259551" y="7545662"/>
            <a:ext cx="297366" cy="297366"/>
          </a:xfrm>
          <a:custGeom>
            <a:avLst/>
            <a:gdLst/>
            <a:ahLst/>
            <a:cxnLst/>
            <a:rect l="l" t="t" r="r" b="b"/>
            <a:pathLst>
              <a:path w="297366" h="297366">
                <a:moveTo>
                  <a:pt x="291906" y="161809"/>
                </a:moveTo>
                <a:cubicBezTo>
                  <a:pt x="299166" y="154549"/>
                  <a:pt x="299166" y="142759"/>
                  <a:pt x="291906" y="135499"/>
                </a:cubicBezTo>
                <a:lnTo>
                  <a:pt x="198980" y="42572"/>
                </a:lnTo>
                <a:cubicBezTo>
                  <a:pt x="191720" y="35312"/>
                  <a:pt x="179930" y="35312"/>
                  <a:pt x="172670" y="42572"/>
                </a:cubicBezTo>
                <a:cubicBezTo>
                  <a:pt x="165410" y="49832"/>
                  <a:pt x="165410" y="61622"/>
                  <a:pt x="172670" y="68882"/>
                </a:cubicBezTo>
                <a:lnTo>
                  <a:pt x="233885" y="130098"/>
                </a:lnTo>
                <a:lnTo>
                  <a:pt x="18585" y="130098"/>
                </a:lnTo>
                <a:cubicBezTo>
                  <a:pt x="8305" y="130098"/>
                  <a:pt x="0" y="138403"/>
                  <a:pt x="0" y="148683"/>
                </a:cubicBezTo>
                <a:cubicBezTo>
                  <a:pt x="0" y="158963"/>
                  <a:pt x="8305" y="167268"/>
                  <a:pt x="18585" y="167268"/>
                </a:cubicBezTo>
                <a:lnTo>
                  <a:pt x="233885" y="167268"/>
                </a:lnTo>
                <a:lnTo>
                  <a:pt x="172670" y="228484"/>
                </a:lnTo>
                <a:cubicBezTo>
                  <a:pt x="165410" y="235744"/>
                  <a:pt x="165410" y="247534"/>
                  <a:pt x="172670" y="254794"/>
                </a:cubicBezTo>
                <a:cubicBezTo>
                  <a:pt x="179930" y="262054"/>
                  <a:pt x="191720" y="262054"/>
                  <a:pt x="198980" y="254794"/>
                </a:cubicBezTo>
                <a:lnTo>
                  <a:pt x="291906" y="161867"/>
                </a:ln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71" name="Shape 69"/>
          <p:cNvSpPr/>
          <p:nvPr/>
        </p:nvSpPr>
        <p:spPr>
          <a:xfrm>
            <a:off x="7792431" y="6950930"/>
            <a:ext cx="792976" cy="792976"/>
          </a:xfrm>
          <a:custGeom>
            <a:avLst/>
            <a:gdLst/>
            <a:ahLst/>
            <a:cxnLst/>
            <a:rect l="l" t="t" r="r" b="b"/>
            <a:pathLst>
              <a:path w="792976" h="792976">
                <a:moveTo>
                  <a:pt x="396488" y="0"/>
                </a:moveTo>
                <a:lnTo>
                  <a:pt x="396488" y="0"/>
                </a:lnTo>
                <a:cubicBezTo>
                  <a:pt x="615315" y="0"/>
                  <a:pt x="792976" y="177660"/>
                  <a:pt x="792976" y="396488"/>
                </a:cubicBezTo>
                <a:lnTo>
                  <a:pt x="792976" y="396488"/>
                </a:lnTo>
                <a:cubicBezTo>
                  <a:pt x="792976" y="615315"/>
                  <a:pt x="615315" y="792976"/>
                  <a:pt x="396488" y="792976"/>
                </a:cubicBezTo>
                <a:lnTo>
                  <a:pt x="396488" y="792976"/>
                </a:lnTo>
                <a:cubicBezTo>
                  <a:pt x="177660" y="792976"/>
                  <a:pt x="0" y="615315"/>
                  <a:pt x="0" y="396488"/>
                </a:cubicBezTo>
                <a:lnTo>
                  <a:pt x="0" y="396488"/>
                </a:lnTo>
                <a:cubicBezTo>
                  <a:pt x="0" y="177660"/>
                  <a:pt x="177660" y="0"/>
                  <a:pt x="396488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8040236" y="7198735"/>
            <a:ext cx="297366" cy="297366"/>
          </a:xfrm>
          <a:custGeom>
            <a:avLst/>
            <a:gdLst/>
            <a:ahLst/>
            <a:cxnLst/>
            <a:rect l="l" t="t" r="r" b="b"/>
            <a:pathLst>
              <a:path w="297366" h="297366">
                <a:moveTo>
                  <a:pt x="37171" y="18585"/>
                </a:moveTo>
                <a:cubicBezTo>
                  <a:pt x="16669" y="18585"/>
                  <a:pt x="0" y="35254"/>
                  <a:pt x="0" y="55756"/>
                </a:cubicBezTo>
                <a:lnTo>
                  <a:pt x="0" y="204439"/>
                </a:lnTo>
                <a:cubicBezTo>
                  <a:pt x="0" y="224941"/>
                  <a:pt x="16669" y="241610"/>
                  <a:pt x="37171" y="241610"/>
                </a:cubicBezTo>
                <a:lnTo>
                  <a:pt x="120805" y="241610"/>
                </a:lnTo>
                <a:lnTo>
                  <a:pt x="111512" y="269488"/>
                </a:lnTo>
                <a:lnTo>
                  <a:pt x="69695" y="269488"/>
                </a:lnTo>
                <a:cubicBezTo>
                  <a:pt x="61971" y="269488"/>
                  <a:pt x="55756" y="275702"/>
                  <a:pt x="55756" y="283427"/>
                </a:cubicBezTo>
                <a:cubicBezTo>
                  <a:pt x="55756" y="291151"/>
                  <a:pt x="61971" y="297366"/>
                  <a:pt x="69695" y="297366"/>
                </a:cubicBezTo>
                <a:lnTo>
                  <a:pt x="227671" y="297366"/>
                </a:lnTo>
                <a:cubicBezTo>
                  <a:pt x="235395" y="297366"/>
                  <a:pt x="241610" y="291151"/>
                  <a:pt x="241610" y="283427"/>
                </a:cubicBezTo>
                <a:cubicBezTo>
                  <a:pt x="241610" y="275702"/>
                  <a:pt x="235395" y="269488"/>
                  <a:pt x="227671" y="269488"/>
                </a:cubicBezTo>
                <a:lnTo>
                  <a:pt x="185854" y="269488"/>
                </a:lnTo>
                <a:lnTo>
                  <a:pt x="176561" y="241610"/>
                </a:lnTo>
                <a:lnTo>
                  <a:pt x="260195" y="241610"/>
                </a:lnTo>
                <a:cubicBezTo>
                  <a:pt x="280697" y="241610"/>
                  <a:pt x="297366" y="224941"/>
                  <a:pt x="297366" y="204439"/>
                </a:cubicBezTo>
                <a:lnTo>
                  <a:pt x="297366" y="55756"/>
                </a:lnTo>
                <a:cubicBezTo>
                  <a:pt x="297366" y="35254"/>
                  <a:pt x="280697" y="18585"/>
                  <a:pt x="260195" y="18585"/>
                </a:cubicBezTo>
                <a:lnTo>
                  <a:pt x="37171" y="18585"/>
                </a:lnTo>
                <a:close/>
                <a:moveTo>
                  <a:pt x="55756" y="55756"/>
                </a:moveTo>
                <a:lnTo>
                  <a:pt x="241610" y="55756"/>
                </a:lnTo>
                <a:cubicBezTo>
                  <a:pt x="251890" y="55756"/>
                  <a:pt x="260195" y="64061"/>
                  <a:pt x="260195" y="74341"/>
                </a:cubicBezTo>
                <a:lnTo>
                  <a:pt x="260195" y="167268"/>
                </a:lnTo>
                <a:cubicBezTo>
                  <a:pt x="260195" y="177548"/>
                  <a:pt x="251890" y="185854"/>
                  <a:pt x="241610" y="185854"/>
                </a:cubicBezTo>
                <a:lnTo>
                  <a:pt x="55756" y="185854"/>
                </a:lnTo>
                <a:cubicBezTo>
                  <a:pt x="45476" y="185854"/>
                  <a:pt x="37171" y="177548"/>
                  <a:pt x="37171" y="167268"/>
                </a:cubicBezTo>
                <a:lnTo>
                  <a:pt x="37171" y="74341"/>
                </a:lnTo>
                <a:cubicBezTo>
                  <a:pt x="37171" y="64061"/>
                  <a:pt x="45476" y="55756"/>
                  <a:pt x="55756" y="55756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73" name="Text 71"/>
          <p:cNvSpPr/>
          <p:nvPr/>
        </p:nvSpPr>
        <p:spPr>
          <a:xfrm>
            <a:off x="7550615" y="7843027"/>
            <a:ext cx="1276195" cy="297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61" b="1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Streamlit</a:t>
            </a:r>
            <a:endParaRPr lang="en-US" sz="1600"/>
          </a:p>
        </p:txBody>
      </p:sp>
      <p:sp>
        <p:nvSpPr>
          <p:cNvPr id="74" name="Text 72"/>
          <p:cNvSpPr/>
          <p:nvPr/>
        </p:nvSpPr>
        <p:spPr>
          <a:xfrm>
            <a:off x="7556810" y="8189954"/>
            <a:ext cx="1263805" cy="247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66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Dashboard App</a:t>
            </a:r>
            <a:endParaRPr lang="en-US" sz="1600"/>
          </a:p>
        </p:txBody>
      </p:sp>
      <p:sp>
        <p:nvSpPr>
          <p:cNvPr id="75" name="Shape 73"/>
          <p:cNvSpPr/>
          <p:nvPr/>
        </p:nvSpPr>
        <p:spPr>
          <a:xfrm>
            <a:off x="9821127" y="7545662"/>
            <a:ext cx="297366" cy="297366"/>
          </a:xfrm>
          <a:custGeom>
            <a:avLst/>
            <a:gdLst/>
            <a:ahLst/>
            <a:cxnLst/>
            <a:rect l="l" t="t" r="r" b="b"/>
            <a:pathLst>
              <a:path w="297366" h="297366">
                <a:moveTo>
                  <a:pt x="291906" y="161809"/>
                </a:moveTo>
                <a:cubicBezTo>
                  <a:pt x="299166" y="154549"/>
                  <a:pt x="299166" y="142759"/>
                  <a:pt x="291906" y="135499"/>
                </a:cubicBezTo>
                <a:lnTo>
                  <a:pt x="198980" y="42572"/>
                </a:lnTo>
                <a:cubicBezTo>
                  <a:pt x="191720" y="35312"/>
                  <a:pt x="179930" y="35312"/>
                  <a:pt x="172670" y="42572"/>
                </a:cubicBezTo>
                <a:cubicBezTo>
                  <a:pt x="165410" y="49832"/>
                  <a:pt x="165410" y="61622"/>
                  <a:pt x="172670" y="68882"/>
                </a:cubicBezTo>
                <a:lnTo>
                  <a:pt x="233885" y="130098"/>
                </a:lnTo>
                <a:lnTo>
                  <a:pt x="18585" y="130098"/>
                </a:lnTo>
                <a:cubicBezTo>
                  <a:pt x="8305" y="130098"/>
                  <a:pt x="0" y="138403"/>
                  <a:pt x="0" y="148683"/>
                </a:cubicBezTo>
                <a:cubicBezTo>
                  <a:pt x="0" y="158963"/>
                  <a:pt x="8305" y="167268"/>
                  <a:pt x="18585" y="167268"/>
                </a:cubicBezTo>
                <a:lnTo>
                  <a:pt x="233885" y="167268"/>
                </a:lnTo>
                <a:lnTo>
                  <a:pt x="172670" y="228484"/>
                </a:lnTo>
                <a:cubicBezTo>
                  <a:pt x="165410" y="235744"/>
                  <a:pt x="165410" y="247534"/>
                  <a:pt x="172670" y="254794"/>
                </a:cubicBezTo>
                <a:cubicBezTo>
                  <a:pt x="179930" y="262054"/>
                  <a:pt x="191720" y="262054"/>
                  <a:pt x="198980" y="254794"/>
                </a:cubicBezTo>
                <a:lnTo>
                  <a:pt x="291906" y="161867"/>
                </a:ln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76" name="Shape 74"/>
          <p:cNvSpPr/>
          <p:nvPr/>
        </p:nvSpPr>
        <p:spPr>
          <a:xfrm>
            <a:off x="11283176" y="6950930"/>
            <a:ext cx="792976" cy="792976"/>
          </a:xfrm>
          <a:custGeom>
            <a:avLst/>
            <a:gdLst/>
            <a:ahLst/>
            <a:cxnLst/>
            <a:rect l="l" t="t" r="r" b="b"/>
            <a:pathLst>
              <a:path w="792976" h="792976">
                <a:moveTo>
                  <a:pt x="396488" y="0"/>
                </a:moveTo>
                <a:lnTo>
                  <a:pt x="396488" y="0"/>
                </a:lnTo>
                <a:cubicBezTo>
                  <a:pt x="615315" y="0"/>
                  <a:pt x="792976" y="177660"/>
                  <a:pt x="792976" y="396488"/>
                </a:cubicBezTo>
                <a:lnTo>
                  <a:pt x="792976" y="396488"/>
                </a:lnTo>
                <a:cubicBezTo>
                  <a:pt x="792976" y="615315"/>
                  <a:pt x="615315" y="792976"/>
                  <a:pt x="396488" y="792976"/>
                </a:cubicBezTo>
                <a:lnTo>
                  <a:pt x="396488" y="792976"/>
                </a:lnTo>
                <a:cubicBezTo>
                  <a:pt x="177660" y="792976"/>
                  <a:pt x="0" y="615315"/>
                  <a:pt x="0" y="396488"/>
                </a:cubicBezTo>
                <a:lnTo>
                  <a:pt x="0" y="396488"/>
                </a:lnTo>
                <a:cubicBezTo>
                  <a:pt x="0" y="177660"/>
                  <a:pt x="177660" y="0"/>
                  <a:pt x="396488" y="0"/>
                </a:cubicBezTo>
                <a:close/>
              </a:path>
            </a:pathLst>
          </a:custGeom>
          <a:solidFill>
            <a:srgbClr val="F6AD55">
              <a:alpha val="20000"/>
            </a:srgbClr>
          </a:solidFill>
          <a:ln/>
        </p:spPr>
      </p:sp>
      <p:sp>
        <p:nvSpPr>
          <p:cNvPr id="77" name="Shape 75"/>
          <p:cNvSpPr/>
          <p:nvPr/>
        </p:nvSpPr>
        <p:spPr>
          <a:xfrm>
            <a:off x="11549566" y="7198735"/>
            <a:ext cx="260195" cy="297366"/>
          </a:xfrm>
          <a:custGeom>
            <a:avLst/>
            <a:gdLst/>
            <a:ahLst/>
            <a:cxnLst/>
            <a:rect l="l" t="t" r="r" b="b"/>
            <a:pathLst>
              <a:path w="260195" h="297366">
                <a:moveTo>
                  <a:pt x="260195" y="119527"/>
                </a:moveTo>
                <a:cubicBezTo>
                  <a:pt x="251599" y="125219"/>
                  <a:pt x="241726" y="129807"/>
                  <a:pt x="231446" y="133466"/>
                </a:cubicBezTo>
                <a:cubicBezTo>
                  <a:pt x="204149" y="143223"/>
                  <a:pt x="168314" y="148683"/>
                  <a:pt x="130098" y="148683"/>
                </a:cubicBezTo>
                <a:cubicBezTo>
                  <a:pt x="91881" y="148683"/>
                  <a:pt x="55988" y="143165"/>
                  <a:pt x="28749" y="133466"/>
                </a:cubicBezTo>
                <a:cubicBezTo>
                  <a:pt x="18527" y="129807"/>
                  <a:pt x="8596" y="125219"/>
                  <a:pt x="0" y="119527"/>
                </a:cubicBezTo>
                <a:lnTo>
                  <a:pt x="0" y="167268"/>
                </a:lnTo>
                <a:cubicBezTo>
                  <a:pt x="0" y="192939"/>
                  <a:pt x="58254" y="213732"/>
                  <a:pt x="130098" y="213732"/>
                </a:cubicBezTo>
                <a:cubicBezTo>
                  <a:pt x="201942" y="213732"/>
                  <a:pt x="260195" y="192939"/>
                  <a:pt x="260195" y="167268"/>
                </a:cubicBezTo>
                <a:lnTo>
                  <a:pt x="260195" y="119527"/>
                </a:lnTo>
                <a:close/>
                <a:moveTo>
                  <a:pt x="260195" y="74341"/>
                </a:moveTo>
                <a:lnTo>
                  <a:pt x="260195" y="46463"/>
                </a:lnTo>
                <a:cubicBezTo>
                  <a:pt x="260195" y="20792"/>
                  <a:pt x="201942" y="0"/>
                  <a:pt x="130098" y="0"/>
                </a:cubicBezTo>
                <a:cubicBezTo>
                  <a:pt x="58254" y="0"/>
                  <a:pt x="0" y="20792"/>
                  <a:pt x="0" y="46463"/>
                </a:cubicBezTo>
                <a:lnTo>
                  <a:pt x="0" y="74341"/>
                </a:lnTo>
                <a:cubicBezTo>
                  <a:pt x="0" y="100013"/>
                  <a:pt x="58254" y="120805"/>
                  <a:pt x="130098" y="120805"/>
                </a:cubicBezTo>
                <a:cubicBezTo>
                  <a:pt x="201942" y="120805"/>
                  <a:pt x="260195" y="100013"/>
                  <a:pt x="260195" y="74341"/>
                </a:cubicBezTo>
                <a:close/>
                <a:moveTo>
                  <a:pt x="231446" y="226393"/>
                </a:moveTo>
                <a:cubicBezTo>
                  <a:pt x="204207" y="236092"/>
                  <a:pt x="168372" y="241610"/>
                  <a:pt x="130098" y="241610"/>
                </a:cubicBezTo>
                <a:cubicBezTo>
                  <a:pt x="91823" y="241610"/>
                  <a:pt x="55988" y="236092"/>
                  <a:pt x="28749" y="226393"/>
                </a:cubicBezTo>
                <a:cubicBezTo>
                  <a:pt x="18527" y="222734"/>
                  <a:pt x="8596" y="218146"/>
                  <a:pt x="0" y="212454"/>
                </a:cubicBezTo>
                <a:lnTo>
                  <a:pt x="0" y="250902"/>
                </a:lnTo>
                <a:cubicBezTo>
                  <a:pt x="0" y="276573"/>
                  <a:pt x="58254" y="297366"/>
                  <a:pt x="130098" y="297366"/>
                </a:cubicBezTo>
                <a:cubicBezTo>
                  <a:pt x="201942" y="297366"/>
                  <a:pt x="260195" y="276573"/>
                  <a:pt x="260195" y="250902"/>
                </a:cubicBezTo>
                <a:lnTo>
                  <a:pt x="260195" y="212454"/>
                </a:lnTo>
                <a:cubicBezTo>
                  <a:pt x="251599" y="218146"/>
                  <a:pt x="241726" y="222734"/>
                  <a:pt x="231446" y="226393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78" name="Text 76"/>
          <p:cNvSpPr/>
          <p:nvPr/>
        </p:nvSpPr>
        <p:spPr>
          <a:xfrm>
            <a:off x="11112190" y="7843027"/>
            <a:ext cx="1139902" cy="297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61" b="1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PostgreSQL</a:t>
            </a:r>
            <a:endParaRPr lang="en-US" sz="1600"/>
          </a:p>
        </p:txBody>
      </p:sp>
      <p:sp>
        <p:nvSpPr>
          <p:cNvPr id="79" name="Text 77"/>
          <p:cNvSpPr/>
          <p:nvPr/>
        </p:nvSpPr>
        <p:spPr>
          <a:xfrm>
            <a:off x="11118385" y="8189954"/>
            <a:ext cx="1127512" cy="247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66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Storage</a:t>
            </a:r>
            <a:endParaRPr lang="en-US" sz="1600"/>
          </a:p>
        </p:txBody>
      </p:sp>
      <p:sp>
        <p:nvSpPr>
          <p:cNvPr id="80" name="Shape 78"/>
          <p:cNvSpPr/>
          <p:nvPr/>
        </p:nvSpPr>
        <p:spPr>
          <a:xfrm>
            <a:off x="13241247" y="7545662"/>
            <a:ext cx="297366" cy="297366"/>
          </a:xfrm>
          <a:custGeom>
            <a:avLst/>
            <a:gdLst/>
            <a:ahLst/>
            <a:cxnLst/>
            <a:rect l="l" t="t" r="r" b="b"/>
            <a:pathLst>
              <a:path w="297366" h="297366">
                <a:moveTo>
                  <a:pt x="291906" y="161809"/>
                </a:moveTo>
                <a:cubicBezTo>
                  <a:pt x="299166" y="154549"/>
                  <a:pt x="299166" y="142759"/>
                  <a:pt x="291906" y="135499"/>
                </a:cubicBezTo>
                <a:lnTo>
                  <a:pt x="198980" y="42572"/>
                </a:lnTo>
                <a:cubicBezTo>
                  <a:pt x="191720" y="35312"/>
                  <a:pt x="179930" y="35312"/>
                  <a:pt x="172670" y="42572"/>
                </a:cubicBezTo>
                <a:cubicBezTo>
                  <a:pt x="165410" y="49832"/>
                  <a:pt x="165410" y="61622"/>
                  <a:pt x="172670" y="68882"/>
                </a:cubicBezTo>
                <a:lnTo>
                  <a:pt x="233885" y="130098"/>
                </a:lnTo>
                <a:lnTo>
                  <a:pt x="18585" y="130098"/>
                </a:lnTo>
                <a:cubicBezTo>
                  <a:pt x="8305" y="130098"/>
                  <a:pt x="0" y="138403"/>
                  <a:pt x="0" y="148683"/>
                </a:cubicBezTo>
                <a:cubicBezTo>
                  <a:pt x="0" y="158963"/>
                  <a:pt x="8305" y="167268"/>
                  <a:pt x="18585" y="167268"/>
                </a:cubicBezTo>
                <a:lnTo>
                  <a:pt x="233885" y="167268"/>
                </a:lnTo>
                <a:lnTo>
                  <a:pt x="172670" y="228484"/>
                </a:lnTo>
                <a:cubicBezTo>
                  <a:pt x="165410" y="235744"/>
                  <a:pt x="165410" y="247534"/>
                  <a:pt x="172670" y="254794"/>
                </a:cubicBezTo>
                <a:cubicBezTo>
                  <a:pt x="179930" y="262054"/>
                  <a:pt x="191720" y="262054"/>
                  <a:pt x="198980" y="254794"/>
                </a:cubicBezTo>
                <a:lnTo>
                  <a:pt x="291906" y="161867"/>
                </a:ln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81" name="Shape 79"/>
          <p:cNvSpPr/>
          <p:nvPr/>
        </p:nvSpPr>
        <p:spPr>
          <a:xfrm>
            <a:off x="14669429" y="6950930"/>
            <a:ext cx="792976" cy="792976"/>
          </a:xfrm>
          <a:custGeom>
            <a:avLst/>
            <a:gdLst/>
            <a:ahLst/>
            <a:cxnLst/>
            <a:rect l="l" t="t" r="r" b="b"/>
            <a:pathLst>
              <a:path w="792976" h="792976">
                <a:moveTo>
                  <a:pt x="396488" y="0"/>
                </a:moveTo>
                <a:lnTo>
                  <a:pt x="396488" y="0"/>
                </a:lnTo>
                <a:cubicBezTo>
                  <a:pt x="615315" y="0"/>
                  <a:pt x="792976" y="177660"/>
                  <a:pt x="792976" y="396488"/>
                </a:cubicBezTo>
                <a:lnTo>
                  <a:pt x="792976" y="396488"/>
                </a:lnTo>
                <a:cubicBezTo>
                  <a:pt x="792976" y="615315"/>
                  <a:pt x="615315" y="792976"/>
                  <a:pt x="396488" y="792976"/>
                </a:cubicBezTo>
                <a:lnTo>
                  <a:pt x="396488" y="792976"/>
                </a:lnTo>
                <a:cubicBezTo>
                  <a:pt x="177660" y="792976"/>
                  <a:pt x="0" y="615315"/>
                  <a:pt x="0" y="396488"/>
                </a:cubicBezTo>
                <a:lnTo>
                  <a:pt x="0" y="396488"/>
                </a:lnTo>
                <a:cubicBezTo>
                  <a:pt x="0" y="177660"/>
                  <a:pt x="177660" y="0"/>
                  <a:pt x="396488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</p:sp>
      <p:sp>
        <p:nvSpPr>
          <p:cNvPr id="82" name="Shape 80"/>
          <p:cNvSpPr/>
          <p:nvPr/>
        </p:nvSpPr>
        <p:spPr>
          <a:xfrm>
            <a:off x="14917234" y="7198735"/>
            <a:ext cx="297366" cy="297366"/>
          </a:xfrm>
          <a:custGeom>
            <a:avLst/>
            <a:gdLst/>
            <a:ahLst/>
            <a:cxnLst/>
            <a:rect l="l" t="t" r="r" b="b"/>
            <a:pathLst>
              <a:path w="297366" h="297366">
                <a:moveTo>
                  <a:pt x="278839" y="111512"/>
                </a:moveTo>
                <a:lnTo>
                  <a:pt x="283427" y="111512"/>
                </a:lnTo>
                <a:cubicBezTo>
                  <a:pt x="291151" y="111512"/>
                  <a:pt x="297366" y="105298"/>
                  <a:pt x="297366" y="97573"/>
                </a:cubicBezTo>
                <a:lnTo>
                  <a:pt x="297366" y="13939"/>
                </a:lnTo>
                <a:cubicBezTo>
                  <a:pt x="297366" y="8305"/>
                  <a:pt x="293997" y="3194"/>
                  <a:pt x="288770" y="1045"/>
                </a:cubicBezTo>
                <a:cubicBezTo>
                  <a:pt x="283543" y="-1104"/>
                  <a:pt x="277561" y="116"/>
                  <a:pt x="273553" y="4066"/>
                </a:cubicBezTo>
                <a:lnTo>
                  <a:pt x="243526" y="34151"/>
                </a:lnTo>
                <a:cubicBezTo>
                  <a:pt x="217797" y="12836"/>
                  <a:pt x="184692" y="0"/>
                  <a:pt x="148683" y="0"/>
                </a:cubicBezTo>
                <a:cubicBezTo>
                  <a:pt x="73761" y="0"/>
                  <a:pt x="11790" y="55408"/>
                  <a:pt x="1510" y="127484"/>
                </a:cubicBezTo>
                <a:cubicBezTo>
                  <a:pt x="58" y="137648"/>
                  <a:pt x="7086" y="147057"/>
                  <a:pt x="17250" y="148509"/>
                </a:cubicBezTo>
                <a:cubicBezTo>
                  <a:pt x="27413" y="149961"/>
                  <a:pt x="36822" y="142875"/>
                  <a:pt x="38274" y="132769"/>
                </a:cubicBezTo>
                <a:cubicBezTo>
                  <a:pt x="45999" y="78697"/>
                  <a:pt x="92520" y="37171"/>
                  <a:pt x="148683" y="37171"/>
                </a:cubicBezTo>
                <a:cubicBezTo>
                  <a:pt x="174470" y="37171"/>
                  <a:pt x="198166" y="45883"/>
                  <a:pt x="217042" y="60577"/>
                </a:cubicBezTo>
                <a:lnTo>
                  <a:pt x="189919" y="87700"/>
                </a:lnTo>
                <a:cubicBezTo>
                  <a:pt x="185912" y="91707"/>
                  <a:pt x="184750" y="97689"/>
                  <a:pt x="186899" y="102916"/>
                </a:cubicBezTo>
                <a:cubicBezTo>
                  <a:pt x="189048" y="108144"/>
                  <a:pt x="194159" y="111512"/>
                  <a:pt x="199793" y="111512"/>
                </a:cubicBezTo>
                <a:lnTo>
                  <a:pt x="278839" y="111512"/>
                </a:lnTo>
                <a:close/>
                <a:moveTo>
                  <a:pt x="295914" y="169882"/>
                </a:moveTo>
                <a:cubicBezTo>
                  <a:pt x="297366" y="159718"/>
                  <a:pt x="290280" y="150309"/>
                  <a:pt x="280174" y="148857"/>
                </a:cubicBezTo>
                <a:cubicBezTo>
                  <a:pt x="270069" y="147405"/>
                  <a:pt x="260602" y="154491"/>
                  <a:pt x="259150" y="164597"/>
                </a:cubicBezTo>
                <a:cubicBezTo>
                  <a:pt x="251425" y="218610"/>
                  <a:pt x="204904" y="260137"/>
                  <a:pt x="148741" y="260137"/>
                </a:cubicBezTo>
                <a:cubicBezTo>
                  <a:pt x="122954" y="260137"/>
                  <a:pt x="99257" y="251425"/>
                  <a:pt x="80382" y="236731"/>
                </a:cubicBezTo>
                <a:lnTo>
                  <a:pt x="107447" y="209666"/>
                </a:lnTo>
                <a:cubicBezTo>
                  <a:pt x="111454" y="205659"/>
                  <a:pt x="112616" y="199677"/>
                  <a:pt x="110467" y="194449"/>
                </a:cubicBezTo>
                <a:cubicBezTo>
                  <a:pt x="108318" y="189222"/>
                  <a:pt x="103207" y="185854"/>
                  <a:pt x="97573" y="185854"/>
                </a:cubicBezTo>
                <a:lnTo>
                  <a:pt x="13939" y="185854"/>
                </a:lnTo>
                <a:cubicBezTo>
                  <a:pt x="6214" y="185854"/>
                  <a:pt x="0" y="192068"/>
                  <a:pt x="0" y="199793"/>
                </a:cubicBezTo>
                <a:lnTo>
                  <a:pt x="0" y="283427"/>
                </a:lnTo>
                <a:cubicBezTo>
                  <a:pt x="0" y="289061"/>
                  <a:pt x="3369" y="294171"/>
                  <a:pt x="8596" y="296320"/>
                </a:cubicBezTo>
                <a:cubicBezTo>
                  <a:pt x="13823" y="298469"/>
                  <a:pt x="19805" y="297250"/>
                  <a:pt x="23812" y="293300"/>
                </a:cubicBezTo>
                <a:lnTo>
                  <a:pt x="53898" y="263215"/>
                </a:lnTo>
                <a:cubicBezTo>
                  <a:pt x="79569" y="284530"/>
                  <a:pt x="112674" y="297366"/>
                  <a:pt x="148683" y="297366"/>
                </a:cubicBezTo>
                <a:cubicBezTo>
                  <a:pt x="223605" y="297366"/>
                  <a:pt x="285576" y="241958"/>
                  <a:pt x="295856" y="169882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83" name="Text 81"/>
          <p:cNvSpPr/>
          <p:nvPr/>
        </p:nvSpPr>
        <p:spPr>
          <a:xfrm>
            <a:off x="14532517" y="7843027"/>
            <a:ext cx="1065561" cy="297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61" b="1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Systemd</a:t>
            </a:r>
            <a:endParaRPr lang="en-US" sz="1600"/>
          </a:p>
        </p:txBody>
      </p:sp>
      <p:sp>
        <p:nvSpPr>
          <p:cNvPr id="84" name="Text 82"/>
          <p:cNvSpPr/>
          <p:nvPr/>
        </p:nvSpPr>
        <p:spPr>
          <a:xfrm>
            <a:off x="14538712" y="8189954"/>
            <a:ext cx="1053171" cy="247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66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Auto-Restart</a:t>
            </a:r>
            <a:endParaRPr lang="en-US" sz="160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1194" y="538992"/>
            <a:ext cx="517432" cy="517432"/>
          </a:xfrm>
          <a:custGeom>
            <a:avLst/>
            <a:gdLst/>
            <a:ahLst/>
            <a:cxnLst/>
            <a:rect l="l" t="t" r="r" b="b"/>
            <a:pathLst>
              <a:path w="517432" h="517432">
                <a:moveTo>
                  <a:pt x="129358" y="0"/>
                </a:moveTo>
                <a:lnTo>
                  <a:pt x="388074" y="0"/>
                </a:lnTo>
                <a:cubicBezTo>
                  <a:pt x="459469" y="0"/>
                  <a:pt x="517432" y="57963"/>
                  <a:pt x="517432" y="129358"/>
                </a:cubicBezTo>
                <a:lnTo>
                  <a:pt x="517432" y="388074"/>
                </a:lnTo>
                <a:cubicBezTo>
                  <a:pt x="517432" y="459469"/>
                  <a:pt x="459469" y="517432"/>
                  <a:pt x="388074" y="517432"/>
                </a:cubicBezTo>
                <a:lnTo>
                  <a:pt x="129358" y="517432"/>
                </a:lnTo>
                <a:cubicBezTo>
                  <a:pt x="57963" y="517432"/>
                  <a:pt x="0" y="459469"/>
                  <a:pt x="0" y="388074"/>
                </a:cubicBezTo>
                <a:lnTo>
                  <a:pt x="0" y="129358"/>
                </a:lnTo>
                <a:cubicBezTo>
                  <a:pt x="0" y="57963"/>
                  <a:pt x="57963" y="0"/>
                  <a:pt x="129358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60552" y="668350"/>
            <a:ext cx="258716" cy="258716"/>
          </a:xfrm>
          <a:custGeom>
            <a:avLst/>
            <a:gdLst/>
            <a:ahLst/>
            <a:cxnLst/>
            <a:rect l="l" t="t" r="r" b="b"/>
            <a:pathLst>
              <a:path w="258716" h="258716">
                <a:moveTo>
                  <a:pt x="72916" y="0"/>
                </a:moveTo>
                <a:lnTo>
                  <a:pt x="186104" y="0"/>
                </a:lnTo>
                <a:cubicBezTo>
                  <a:pt x="199494" y="0"/>
                  <a:pt x="210409" y="11016"/>
                  <a:pt x="209904" y="24356"/>
                </a:cubicBezTo>
                <a:cubicBezTo>
                  <a:pt x="209803" y="27034"/>
                  <a:pt x="209702" y="29712"/>
                  <a:pt x="209550" y="32340"/>
                </a:cubicBezTo>
                <a:lnTo>
                  <a:pt x="234613" y="32340"/>
                </a:lnTo>
                <a:cubicBezTo>
                  <a:pt x="247802" y="32340"/>
                  <a:pt x="259424" y="43254"/>
                  <a:pt x="258413" y="57504"/>
                </a:cubicBezTo>
                <a:cubicBezTo>
                  <a:pt x="254623" y="109904"/>
                  <a:pt x="227842" y="138706"/>
                  <a:pt x="198787" y="153764"/>
                </a:cubicBezTo>
                <a:cubicBezTo>
                  <a:pt x="190803" y="157908"/>
                  <a:pt x="182668" y="160990"/>
                  <a:pt x="174937" y="163264"/>
                </a:cubicBezTo>
                <a:cubicBezTo>
                  <a:pt x="164729" y="177716"/>
                  <a:pt x="154118" y="185346"/>
                  <a:pt x="145679" y="189439"/>
                </a:cubicBezTo>
                <a:lnTo>
                  <a:pt x="145679" y="226377"/>
                </a:lnTo>
                <a:lnTo>
                  <a:pt x="178019" y="226377"/>
                </a:lnTo>
                <a:cubicBezTo>
                  <a:pt x="186963" y="226377"/>
                  <a:pt x="194189" y="233603"/>
                  <a:pt x="194189" y="242546"/>
                </a:cubicBezTo>
                <a:cubicBezTo>
                  <a:pt x="194189" y="251490"/>
                  <a:pt x="186963" y="258716"/>
                  <a:pt x="178019" y="258716"/>
                </a:cubicBezTo>
                <a:lnTo>
                  <a:pt x="81000" y="258716"/>
                </a:lnTo>
                <a:cubicBezTo>
                  <a:pt x="72056" y="258716"/>
                  <a:pt x="64831" y="251490"/>
                  <a:pt x="64831" y="242546"/>
                </a:cubicBezTo>
                <a:cubicBezTo>
                  <a:pt x="64831" y="233603"/>
                  <a:pt x="72056" y="226377"/>
                  <a:pt x="81000" y="226377"/>
                </a:cubicBezTo>
                <a:lnTo>
                  <a:pt x="113340" y="226377"/>
                </a:lnTo>
                <a:lnTo>
                  <a:pt x="113340" y="189439"/>
                </a:lnTo>
                <a:cubicBezTo>
                  <a:pt x="105255" y="185548"/>
                  <a:pt x="95199" y="178322"/>
                  <a:pt x="85397" y="165033"/>
                </a:cubicBezTo>
                <a:cubicBezTo>
                  <a:pt x="76099" y="162607"/>
                  <a:pt x="65993" y="158918"/>
                  <a:pt x="56139" y="153360"/>
                </a:cubicBezTo>
                <a:cubicBezTo>
                  <a:pt x="28802" y="138049"/>
                  <a:pt x="4144" y="109196"/>
                  <a:pt x="606" y="57403"/>
                </a:cubicBezTo>
                <a:cubicBezTo>
                  <a:pt x="-354" y="43204"/>
                  <a:pt x="11218" y="32289"/>
                  <a:pt x="24406" y="32289"/>
                </a:cubicBezTo>
                <a:lnTo>
                  <a:pt x="49469" y="32289"/>
                </a:lnTo>
                <a:cubicBezTo>
                  <a:pt x="49318" y="29661"/>
                  <a:pt x="49217" y="27034"/>
                  <a:pt x="49116" y="24305"/>
                </a:cubicBezTo>
                <a:cubicBezTo>
                  <a:pt x="48610" y="10915"/>
                  <a:pt x="59525" y="-51"/>
                  <a:pt x="72916" y="-51"/>
                </a:cubicBezTo>
                <a:close/>
                <a:moveTo>
                  <a:pt x="51288" y="56594"/>
                </a:moveTo>
                <a:lnTo>
                  <a:pt x="24810" y="56594"/>
                </a:lnTo>
                <a:cubicBezTo>
                  <a:pt x="27943" y="99394"/>
                  <a:pt x="47600" y="120818"/>
                  <a:pt x="67862" y="132188"/>
                </a:cubicBezTo>
                <a:cubicBezTo>
                  <a:pt x="60586" y="113340"/>
                  <a:pt x="54573" y="88732"/>
                  <a:pt x="51288" y="56594"/>
                </a:cubicBezTo>
                <a:close/>
                <a:moveTo>
                  <a:pt x="192016" y="129762"/>
                </a:moveTo>
                <a:cubicBezTo>
                  <a:pt x="212481" y="117736"/>
                  <a:pt x="230975" y="96362"/>
                  <a:pt x="234108" y="56594"/>
                </a:cubicBezTo>
                <a:lnTo>
                  <a:pt x="207680" y="56594"/>
                </a:lnTo>
                <a:cubicBezTo>
                  <a:pt x="204547" y="87367"/>
                  <a:pt x="198888" y="111268"/>
                  <a:pt x="192016" y="129762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4" name="Text 2"/>
          <p:cNvSpPr/>
          <p:nvPr/>
        </p:nvSpPr>
        <p:spPr>
          <a:xfrm>
            <a:off x="1077984" y="431194"/>
            <a:ext cx="7448870" cy="215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8" b="1" kern="0" spc="119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 Outcomes</a:t>
            </a:r>
            <a:endParaRPr lang="en-US" sz="1600"/>
          </a:p>
        </p:txBody>
      </p:sp>
      <p:sp>
        <p:nvSpPr>
          <p:cNvPr id="5" name="Text 3"/>
          <p:cNvSpPr/>
          <p:nvPr/>
        </p:nvSpPr>
        <p:spPr>
          <a:xfrm>
            <a:off x="1077984" y="646790"/>
            <a:ext cx="7632127" cy="517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074" b="1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Achievements &amp; Learnings</a:t>
            </a:r>
            <a:endParaRPr lang="en-US" sz="1600"/>
          </a:p>
        </p:txBody>
      </p:sp>
      <p:sp>
        <p:nvSpPr>
          <p:cNvPr id="6" name="Shape 4"/>
          <p:cNvSpPr/>
          <p:nvPr/>
        </p:nvSpPr>
        <p:spPr>
          <a:xfrm>
            <a:off x="431194" y="1293581"/>
            <a:ext cx="1379820" cy="43119"/>
          </a:xfrm>
          <a:custGeom>
            <a:avLst/>
            <a:gdLst/>
            <a:ahLst/>
            <a:cxnLst/>
            <a:rect l="l" t="t" r="r" b="b"/>
            <a:pathLst>
              <a:path w="1379820" h="43119">
                <a:moveTo>
                  <a:pt x="0" y="0"/>
                </a:moveTo>
                <a:lnTo>
                  <a:pt x="1379820" y="0"/>
                </a:lnTo>
                <a:lnTo>
                  <a:pt x="1379820" y="43119"/>
                </a:lnTo>
                <a:lnTo>
                  <a:pt x="0" y="43119"/>
                </a:lnTo>
                <a:lnTo>
                  <a:pt x="0" y="0"/>
                </a:ln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7" name="Shape 5"/>
          <p:cNvSpPr/>
          <p:nvPr/>
        </p:nvSpPr>
        <p:spPr>
          <a:xfrm>
            <a:off x="452753" y="1509178"/>
            <a:ext cx="7589008" cy="6597263"/>
          </a:xfrm>
          <a:custGeom>
            <a:avLst/>
            <a:gdLst/>
            <a:ahLst/>
            <a:cxnLst/>
            <a:rect l="l" t="t" r="r" b="b"/>
            <a:pathLst>
              <a:path w="7589008" h="6597263">
                <a:moveTo>
                  <a:pt x="43119" y="0"/>
                </a:moveTo>
                <a:lnTo>
                  <a:pt x="7459636" y="0"/>
                </a:lnTo>
                <a:cubicBezTo>
                  <a:pt x="7531086" y="0"/>
                  <a:pt x="7589008" y="57922"/>
                  <a:pt x="7589008" y="129372"/>
                </a:cubicBezTo>
                <a:lnTo>
                  <a:pt x="7589008" y="6467890"/>
                </a:lnTo>
                <a:cubicBezTo>
                  <a:pt x="7589008" y="6539341"/>
                  <a:pt x="7531086" y="6597263"/>
                  <a:pt x="7459636" y="6597263"/>
                </a:cubicBezTo>
                <a:lnTo>
                  <a:pt x="43119" y="6597263"/>
                </a:lnTo>
                <a:cubicBezTo>
                  <a:pt x="19305" y="6597263"/>
                  <a:pt x="0" y="6577957"/>
                  <a:pt x="0" y="6554143"/>
                </a:cubicBezTo>
                <a:lnTo>
                  <a:pt x="0" y="43119"/>
                </a:lnTo>
                <a:cubicBezTo>
                  <a:pt x="0" y="19305"/>
                  <a:pt x="19305" y="0"/>
                  <a:pt x="43119" y="0"/>
                </a:cubicBezTo>
                <a:close/>
              </a:path>
            </a:pathLst>
          </a:custGeom>
          <a:solidFill>
            <a:srgbClr val="2D3748"/>
          </a:solidFill>
          <a:ln/>
        </p:spPr>
      </p:sp>
      <p:sp>
        <p:nvSpPr>
          <p:cNvPr id="8" name="Shape 6"/>
          <p:cNvSpPr/>
          <p:nvPr/>
        </p:nvSpPr>
        <p:spPr>
          <a:xfrm>
            <a:off x="452753" y="1509178"/>
            <a:ext cx="43119" cy="6597263"/>
          </a:xfrm>
          <a:custGeom>
            <a:avLst/>
            <a:gdLst/>
            <a:ahLst/>
            <a:cxnLst/>
            <a:rect l="l" t="t" r="r" b="b"/>
            <a:pathLst>
              <a:path w="43119" h="6597263">
                <a:moveTo>
                  <a:pt x="43119" y="0"/>
                </a:moveTo>
                <a:lnTo>
                  <a:pt x="43119" y="0"/>
                </a:lnTo>
                <a:lnTo>
                  <a:pt x="43119" y="6597263"/>
                </a:lnTo>
                <a:lnTo>
                  <a:pt x="43119" y="6597263"/>
                </a:lnTo>
                <a:cubicBezTo>
                  <a:pt x="19305" y="6597263"/>
                  <a:pt x="0" y="6577957"/>
                  <a:pt x="0" y="6554143"/>
                </a:cubicBezTo>
                <a:lnTo>
                  <a:pt x="0" y="43119"/>
                </a:lnTo>
                <a:cubicBezTo>
                  <a:pt x="0" y="19305"/>
                  <a:pt x="19305" y="0"/>
                  <a:pt x="43119" y="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9" name="Shape 7"/>
          <p:cNvSpPr/>
          <p:nvPr/>
        </p:nvSpPr>
        <p:spPr>
          <a:xfrm>
            <a:off x="679130" y="1724775"/>
            <a:ext cx="258716" cy="258716"/>
          </a:xfrm>
          <a:custGeom>
            <a:avLst/>
            <a:gdLst/>
            <a:ahLst/>
            <a:cxnLst/>
            <a:rect l="l" t="t" r="r" b="b"/>
            <a:pathLst>
              <a:path w="258716" h="258716">
                <a:moveTo>
                  <a:pt x="129358" y="258716"/>
                </a:moveTo>
                <a:cubicBezTo>
                  <a:pt x="200753" y="258716"/>
                  <a:pt x="258716" y="200753"/>
                  <a:pt x="258716" y="129358"/>
                </a:cubicBezTo>
                <a:cubicBezTo>
                  <a:pt x="258716" y="57963"/>
                  <a:pt x="200753" y="0"/>
                  <a:pt x="129358" y="0"/>
                </a:cubicBezTo>
                <a:cubicBezTo>
                  <a:pt x="57963" y="0"/>
                  <a:pt x="0" y="57963"/>
                  <a:pt x="0" y="129358"/>
                </a:cubicBezTo>
                <a:cubicBezTo>
                  <a:pt x="0" y="200753"/>
                  <a:pt x="57963" y="258716"/>
                  <a:pt x="129358" y="258716"/>
                </a:cubicBezTo>
                <a:close/>
                <a:moveTo>
                  <a:pt x="172006" y="107478"/>
                </a:moveTo>
                <a:lnTo>
                  <a:pt x="131581" y="172157"/>
                </a:lnTo>
                <a:cubicBezTo>
                  <a:pt x="129459" y="175543"/>
                  <a:pt x="125821" y="177665"/>
                  <a:pt x="121829" y="177867"/>
                </a:cubicBezTo>
                <a:cubicBezTo>
                  <a:pt x="117837" y="178069"/>
                  <a:pt x="113997" y="176250"/>
                  <a:pt x="111622" y="173016"/>
                </a:cubicBezTo>
                <a:lnTo>
                  <a:pt x="87367" y="140677"/>
                </a:lnTo>
                <a:cubicBezTo>
                  <a:pt x="83325" y="135321"/>
                  <a:pt x="84436" y="127741"/>
                  <a:pt x="89793" y="123699"/>
                </a:cubicBezTo>
                <a:cubicBezTo>
                  <a:pt x="95149" y="119656"/>
                  <a:pt x="102729" y="120768"/>
                  <a:pt x="106771" y="126124"/>
                </a:cubicBezTo>
                <a:lnTo>
                  <a:pt x="120414" y="144315"/>
                </a:lnTo>
                <a:lnTo>
                  <a:pt x="151440" y="94644"/>
                </a:lnTo>
                <a:cubicBezTo>
                  <a:pt x="154977" y="88984"/>
                  <a:pt x="162456" y="87216"/>
                  <a:pt x="168166" y="90803"/>
                </a:cubicBezTo>
                <a:cubicBezTo>
                  <a:pt x="173875" y="94391"/>
                  <a:pt x="175594" y="101819"/>
                  <a:pt x="172006" y="107529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10" name="Text 8"/>
          <p:cNvSpPr/>
          <p:nvPr/>
        </p:nvSpPr>
        <p:spPr>
          <a:xfrm>
            <a:off x="970186" y="1681655"/>
            <a:ext cx="7028456" cy="344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37" b="1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Major Achievements</a:t>
            </a:r>
            <a:endParaRPr lang="en-US" sz="1600"/>
          </a:p>
        </p:txBody>
      </p:sp>
      <p:sp>
        <p:nvSpPr>
          <p:cNvPr id="11" name="Shape 9"/>
          <p:cNvSpPr/>
          <p:nvPr/>
        </p:nvSpPr>
        <p:spPr>
          <a:xfrm>
            <a:off x="657570" y="2155968"/>
            <a:ext cx="7211714" cy="646790"/>
          </a:xfrm>
          <a:custGeom>
            <a:avLst/>
            <a:gdLst/>
            <a:ahLst/>
            <a:cxnLst/>
            <a:rect l="l" t="t" r="r" b="b"/>
            <a:pathLst>
              <a:path w="7211714" h="646790">
                <a:moveTo>
                  <a:pt x="21560" y="0"/>
                </a:moveTo>
                <a:lnTo>
                  <a:pt x="7125477" y="0"/>
                </a:lnTo>
                <a:cubicBezTo>
                  <a:pt x="7173104" y="0"/>
                  <a:pt x="7211714" y="38609"/>
                  <a:pt x="7211714" y="86237"/>
                </a:cubicBezTo>
                <a:lnTo>
                  <a:pt x="7211714" y="560554"/>
                </a:lnTo>
                <a:cubicBezTo>
                  <a:pt x="7211714" y="608181"/>
                  <a:pt x="7173104" y="646790"/>
                  <a:pt x="7125477" y="646790"/>
                </a:cubicBezTo>
                <a:lnTo>
                  <a:pt x="21560" y="646790"/>
                </a:lnTo>
                <a:cubicBezTo>
                  <a:pt x="9653" y="646790"/>
                  <a:pt x="0" y="637138"/>
                  <a:pt x="0" y="625231"/>
                </a:cubicBezTo>
                <a:lnTo>
                  <a:pt x="0" y="21560"/>
                </a:lnTo>
                <a:cubicBezTo>
                  <a:pt x="0" y="9653"/>
                  <a:pt x="9653" y="0"/>
                  <a:pt x="21560" y="0"/>
                </a:cubicBezTo>
                <a:close/>
              </a:path>
            </a:pathLst>
          </a:custGeom>
          <a:solidFill>
            <a:srgbClr val="1A202C"/>
          </a:solidFill>
          <a:ln/>
        </p:spPr>
      </p:sp>
      <p:sp>
        <p:nvSpPr>
          <p:cNvPr id="12" name="Shape 10"/>
          <p:cNvSpPr/>
          <p:nvPr/>
        </p:nvSpPr>
        <p:spPr>
          <a:xfrm>
            <a:off x="657570" y="2155968"/>
            <a:ext cx="21560" cy="646790"/>
          </a:xfrm>
          <a:custGeom>
            <a:avLst/>
            <a:gdLst/>
            <a:ahLst/>
            <a:cxnLst/>
            <a:rect l="l" t="t" r="r" b="b"/>
            <a:pathLst>
              <a:path w="21560" h="646790">
                <a:moveTo>
                  <a:pt x="21560" y="0"/>
                </a:moveTo>
                <a:lnTo>
                  <a:pt x="21560" y="0"/>
                </a:lnTo>
                <a:lnTo>
                  <a:pt x="21560" y="646790"/>
                </a:lnTo>
                <a:lnTo>
                  <a:pt x="21560" y="646790"/>
                </a:lnTo>
                <a:cubicBezTo>
                  <a:pt x="9653" y="646790"/>
                  <a:pt x="0" y="637138"/>
                  <a:pt x="0" y="625231"/>
                </a:cubicBezTo>
                <a:lnTo>
                  <a:pt x="0" y="21560"/>
                </a:lnTo>
                <a:cubicBezTo>
                  <a:pt x="0" y="9653"/>
                  <a:pt x="9653" y="0"/>
                  <a:pt x="21560" y="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13" name="Shape 11"/>
          <p:cNvSpPr/>
          <p:nvPr/>
        </p:nvSpPr>
        <p:spPr>
          <a:xfrm>
            <a:off x="754589" y="2263767"/>
            <a:ext cx="258716" cy="258716"/>
          </a:xfrm>
          <a:custGeom>
            <a:avLst/>
            <a:gdLst/>
            <a:ahLst/>
            <a:cxnLst/>
            <a:rect l="l" t="t" r="r" b="b"/>
            <a:pathLst>
              <a:path w="258716" h="258716">
                <a:moveTo>
                  <a:pt x="129358" y="0"/>
                </a:moveTo>
                <a:lnTo>
                  <a:pt x="129358" y="0"/>
                </a:lnTo>
                <a:cubicBezTo>
                  <a:pt x="200753" y="0"/>
                  <a:pt x="258716" y="57963"/>
                  <a:pt x="258716" y="129358"/>
                </a:cubicBezTo>
                <a:lnTo>
                  <a:pt x="258716" y="129358"/>
                </a:lnTo>
                <a:cubicBezTo>
                  <a:pt x="258716" y="200753"/>
                  <a:pt x="200753" y="258716"/>
                  <a:pt x="129358" y="258716"/>
                </a:cubicBezTo>
                <a:lnTo>
                  <a:pt x="129358" y="258716"/>
                </a:lnTo>
                <a:cubicBezTo>
                  <a:pt x="57963" y="258716"/>
                  <a:pt x="0" y="200753"/>
                  <a:pt x="0" y="129358"/>
                </a:cubicBezTo>
                <a:lnTo>
                  <a:pt x="0" y="129358"/>
                </a:lnTo>
                <a:cubicBezTo>
                  <a:pt x="0" y="57963"/>
                  <a:pt x="57963" y="0"/>
                  <a:pt x="129358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858435" y="2285326"/>
            <a:ext cx="129358" cy="215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8" b="1">
                <a:solidFill>
                  <a:srgbClr val="4FD1C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/>
          </a:p>
        </p:txBody>
      </p:sp>
      <p:sp>
        <p:nvSpPr>
          <p:cNvPr id="15" name="Text 13"/>
          <p:cNvSpPr/>
          <p:nvPr/>
        </p:nvSpPr>
        <p:spPr>
          <a:xfrm>
            <a:off x="1099544" y="2242207"/>
            <a:ext cx="4311936" cy="258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8" b="1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Complete IoT Pipeline</a:t>
            </a:r>
            <a:endParaRPr lang="en-US" sz="1600"/>
          </a:p>
        </p:txBody>
      </p:sp>
      <p:sp>
        <p:nvSpPr>
          <p:cNvPr id="16" name="Text 14"/>
          <p:cNvSpPr/>
          <p:nvPr/>
        </p:nvSpPr>
        <p:spPr>
          <a:xfrm>
            <a:off x="1099544" y="2500923"/>
            <a:ext cx="4301156" cy="215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8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End-to-end system: Data → DB → Models → Dashboard → Cloud</a:t>
            </a:r>
            <a:endParaRPr lang="en-US" sz="1600"/>
          </a:p>
        </p:txBody>
      </p:sp>
      <p:sp>
        <p:nvSpPr>
          <p:cNvPr id="17" name="Shape 15"/>
          <p:cNvSpPr/>
          <p:nvPr/>
        </p:nvSpPr>
        <p:spPr>
          <a:xfrm>
            <a:off x="657570" y="2888997"/>
            <a:ext cx="7211714" cy="646790"/>
          </a:xfrm>
          <a:custGeom>
            <a:avLst/>
            <a:gdLst/>
            <a:ahLst/>
            <a:cxnLst/>
            <a:rect l="l" t="t" r="r" b="b"/>
            <a:pathLst>
              <a:path w="7211714" h="646790">
                <a:moveTo>
                  <a:pt x="21560" y="0"/>
                </a:moveTo>
                <a:lnTo>
                  <a:pt x="7125477" y="0"/>
                </a:lnTo>
                <a:cubicBezTo>
                  <a:pt x="7173104" y="0"/>
                  <a:pt x="7211714" y="38609"/>
                  <a:pt x="7211714" y="86237"/>
                </a:cubicBezTo>
                <a:lnTo>
                  <a:pt x="7211714" y="560554"/>
                </a:lnTo>
                <a:cubicBezTo>
                  <a:pt x="7211714" y="608181"/>
                  <a:pt x="7173104" y="646790"/>
                  <a:pt x="7125477" y="646790"/>
                </a:cubicBezTo>
                <a:lnTo>
                  <a:pt x="21560" y="646790"/>
                </a:lnTo>
                <a:cubicBezTo>
                  <a:pt x="9653" y="646790"/>
                  <a:pt x="0" y="637138"/>
                  <a:pt x="0" y="625231"/>
                </a:cubicBezTo>
                <a:lnTo>
                  <a:pt x="0" y="21560"/>
                </a:lnTo>
                <a:cubicBezTo>
                  <a:pt x="0" y="9653"/>
                  <a:pt x="9653" y="0"/>
                  <a:pt x="21560" y="0"/>
                </a:cubicBezTo>
                <a:close/>
              </a:path>
            </a:pathLst>
          </a:custGeom>
          <a:solidFill>
            <a:srgbClr val="1A202C"/>
          </a:solidFill>
          <a:ln/>
        </p:spPr>
      </p:sp>
      <p:sp>
        <p:nvSpPr>
          <p:cNvPr id="18" name="Shape 16"/>
          <p:cNvSpPr/>
          <p:nvPr/>
        </p:nvSpPr>
        <p:spPr>
          <a:xfrm>
            <a:off x="657570" y="2888997"/>
            <a:ext cx="21560" cy="646790"/>
          </a:xfrm>
          <a:custGeom>
            <a:avLst/>
            <a:gdLst/>
            <a:ahLst/>
            <a:cxnLst/>
            <a:rect l="l" t="t" r="r" b="b"/>
            <a:pathLst>
              <a:path w="21560" h="646790">
                <a:moveTo>
                  <a:pt x="21560" y="0"/>
                </a:moveTo>
                <a:lnTo>
                  <a:pt x="21560" y="0"/>
                </a:lnTo>
                <a:lnTo>
                  <a:pt x="21560" y="646790"/>
                </a:lnTo>
                <a:lnTo>
                  <a:pt x="21560" y="646790"/>
                </a:lnTo>
                <a:cubicBezTo>
                  <a:pt x="9653" y="646790"/>
                  <a:pt x="0" y="637138"/>
                  <a:pt x="0" y="625231"/>
                </a:cubicBezTo>
                <a:lnTo>
                  <a:pt x="0" y="21560"/>
                </a:lnTo>
                <a:cubicBezTo>
                  <a:pt x="0" y="9653"/>
                  <a:pt x="9653" y="0"/>
                  <a:pt x="21560" y="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19" name="Shape 17"/>
          <p:cNvSpPr/>
          <p:nvPr/>
        </p:nvSpPr>
        <p:spPr>
          <a:xfrm>
            <a:off x="754589" y="2996796"/>
            <a:ext cx="258716" cy="258716"/>
          </a:xfrm>
          <a:custGeom>
            <a:avLst/>
            <a:gdLst/>
            <a:ahLst/>
            <a:cxnLst/>
            <a:rect l="l" t="t" r="r" b="b"/>
            <a:pathLst>
              <a:path w="258716" h="258716">
                <a:moveTo>
                  <a:pt x="129358" y="0"/>
                </a:moveTo>
                <a:lnTo>
                  <a:pt x="129358" y="0"/>
                </a:lnTo>
                <a:cubicBezTo>
                  <a:pt x="200753" y="0"/>
                  <a:pt x="258716" y="57963"/>
                  <a:pt x="258716" y="129358"/>
                </a:cubicBezTo>
                <a:lnTo>
                  <a:pt x="258716" y="129358"/>
                </a:lnTo>
                <a:cubicBezTo>
                  <a:pt x="258716" y="200753"/>
                  <a:pt x="200753" y="258716"/>
                  <a:pt x="129358" y="258716"/>
                </a:cubicBezTo>
                <a:lnTo>
                  <a:pt x="129358" y="258716"/>
                </a:lnTo>
                <a:cubicBezTo>
                  <a:pt x="57963" y="258716"/>
                  <a:pt x="0" y="200753"/>
                  <a:pt x="0" y="129358"/>
                </a:cubicBezTo>
                <a:lnTo>
                  <a:pt x="0" y="129358"/>
                </a:lnTo>
                <a:cubicBezTo>
                  <a:pt x="0" y="57963"/>
                  <a:pt x="57963" y="0"/>
                  <a:pt x="129358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844062" y="3018355"/>
            <a:ext cx="150918" cy="215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8" b="1">
                <a:solidFill>
                  <a:srgbClr val="4FD1C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/>
          </a:p>
        </p:txBody>
      </p:sp>
      <p:sp>
        <p:nvSpPr>
          <p:cNvPr id="21" name="Text 19"/>
          <p:cNvSpPr/>
          <p:nvPr/>
        </p:nvSpPr>
        <p:spPr>
          <a:xfrm>
            <a:off x="1099544" y="2975236"/>
            <a:ext cx="3568127" cy="258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8" b="1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1M+ Records Processed</a:t>
            </a:r>
            <a:endParaRPr lang="en-US" sz="1600"/>
          </a:p>
        </p:txBody>
      </p:sp>
      <p:sp>
        <p:nvSpPr>
          <p:cNvPr id="22" name="Text 20"/>
          <p:cNvSpPr/>
          <p:nvPr/>
        </p:nvSpPr>
        <p:spPr>
          <a:xfrm>
            <a:off x="1099544" y="3233952"/>
            <a:ext cx="3557347" cy="215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8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Successfully ingested and cleaned global climate data</a:t>
            </a:r>
            <a:endParaRPr lang="en-US" sz="1600"/>
          </a:p>
        </p:txBody>
      </p:sp>
      <p:sp>
        <p:nvSpPr>
          <p:cNvPr id="23" name="Shape 21"/>
          <p:cNvSpPr/>
          <p:nvPr/>
        </p:nvSpPr>
        <p:spPr>
          <a:xfrm>
            <a:off x="657570" y="3622027"/>
            <a:ext cx="7211714" cy="646790"/>
          </a:xfrm>
          <a:custGeom>
            <a:avLst/>
            <a:gdLst/>
            <a:ahLst/>
            <a:cxnLst/>
            <a:rect l="l" t="t" r="r" b="b"/>
            <a:pathLst>
              <a:path w="7211714" h="646790">
                <a:moveTo>
                  <a:pt x="21560" y="0"/>
                </a:moveTo>
                <a:lnTo>
                  <a:pt x="7125477" y="0"/>
                </a:lnTo>
                <a:cubicBezTo>
                  <a:pt x="7173104" y="0"/>
                  <a:pt x="7211714" y="38609"/>
                  <a:pt x="7211714" y="86237"/>
                </a:cubicBezTo>
                <a:lnTo>
                  <a:pt x="7211714" y="560554"/>
                </a:lnTo>
                <a:cubicBezTo>
                  <a:pt x="7211714" y="608181"/>
                  <a:pt x="7173104" y="646790"/>
                  <a:pt x="7125477" y="646790"/>
                </a:cubicBezTo>
                <a:lnTo>
                  <a:pt x="21560" y="646790"/>
                </a:lnTo>
                <a:cubicBezTo>
                  <a:pt x="9653" y="646790"/>
                  <a:pt x="0" y="637138"/>
                  <a:pt x="0" y="625231"/>
                </a:cubicBezTo>
                <a:lnTo>
                  <a:pt x="0" y="21560"/>
                </a:lnTo>
                <a:cubicBezTo>
                  <a:pt x="0" y="9653"/>
                  <a:pt x="9653" y="0"/>
                  <a:pt x="21560" y="0"/>
                </a:cubicBezTo>
                <a:close/>
              </a:path>
            </a:pathLst>
          </a:custGeom>
          <a:solidFill>
            <a:srgbClr val="1A202C"/>
          </a:solidFill>
          <a:ln/>
        </p:spPr>
      </p:sp>
      <p:sp>
        <p:nvSpPr>
          <p:cNvPr id="24" name="Shape 22"/>
          <p:cNvSpPr/>
          <p:nvPr/>
        </p:nvSpPr>
        <p:spPr>
          <a:xfrm>
            <a:off x="657570" y="3622027"/>
            <a:ext cx="21560" cy="646790"/>
          </a:xfrm>
          <a:custGeom>
            <a:avLst/>
            <a:gdLst/>
            <a:ahLst/>
            <a:cxnLst/>
            <a:rect l="l" t="t" r="r" b="b"/>
            <a:pathLst>
              <a:path w="21560" h="646790">
                <a:moveTo>
                  <a:pt x="21560" y="0"/>
                </a:moveTo>
                <a:lnTo>
                  <a:pt x="21560" y="0"/>
                </a:lnTo>
                <a:lnTo>
                  <a:pt x="21560" y="646790"/>
                </a:lnTo>
                <a:lnTo>
                  <a:pt x="21560" y="646790"/>
                </a:lnTo>
                <a:cubicBezTo>
                  <a:pt x="9653" y="646790"/>
                  <a:pt x="0" y="637138"/>
                  <a:pt x="0" y="625231"/>
                </a:cubicBezTo>
                <a:lnTo>
                  <a:pt x="0" y="21560"/>
                </a:lnTo>
                <a:cubicBezTo>
                  <a:pt x="0" y="9653"/>
                  <a:pt x="9653" y="0"/>
                  <a:pt x="21560" y="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25" name="Shape 23"/>
          <p:cNvSpPr/>
          <p:nvPr/>
        </p:nvSpPr>
        <p:spPr>
          <a:xfrm>
            <a:off x="754589" y="3729825"/>
            <a:ext cx="258716" cy="258716"/>
          </a:xfrm>
          <a:custGeom>
            <a:avLst/>
            <a:gdLst/>
            <a:ahLst/>
            <a:cxnLst/>
            <a:rect l="l" t="t" r="r" b="b"/>
            <a:pathLst>
              <a:path w="258716" h="258716">
                <a:moveTo>
                  <a:pt x="129358" y="0"/>
                </a:moveTo>
                <a:lnTo>
                  <a:pt x="129358" y="0"/>
                </a:lnTo>
                <a:cubicBezTo>
                  <a:pt x="200753" y="0"/>
                  <a:pt x="258716" y="57963"/>
                  <a:pt x="258716" y="129358"/>
                </a:cubicBezTo>
                <a:lnTo>
                  <a:pt x="258716" y="129358"/>
                </a:lnTo>
                <a:cubicBezTo>
                  <a:pt x="258716" y="200753"/>
                  <a:pt x="200753" y="258716"/>
                  <a:pt x="129358" y="258716"/>
                </a:cubicBezTo>
                <a:lnTo>
                  <a:pt x="129358" y="258716"/>
                </a:lnTo>
                <a:cubicBezTo>
                  <a:pt x="57963" y="258716"/>
                  <a:pt x="0" y="200753"/>
                  <a:pt x="0" y="129358"/>
                </a:cubicBezTo>
                <a:lnTo>
                  <a:pt x="0" y="129358"/>
                </a:lnTo>
                <a:cubicBezTo>
                  <a:pt x="0" y="57963"/>
                  <a:pt x="57963" y="0"/>
                  <a:pt x="129358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842085" y="3751385"/>
            <a:ext cx="161698" cy="215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8" b="1">
                <a:solidFill>
                  <a:srgbClr val="4FD1C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/>
          </a:p>
        </p:txBody>
      </p:sp>
      <p:sp>
        <p:nvSpPr>
          <p:cNvPr id="27" name="Text 25"/>
          <p:cNvSpPr/>
          <p:nvPr/>
        </p:nvSpPr>
        <p:spPr>
          <a:xfrm>
            <a:off x="1099544" y="3708265"/>
            <a:ext cx="3503448" cy="258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8" b="1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 ML Models Trained</a:t>
            </a:r>
            <a:endParaRPr lang="en-US" sz="1600"/>
          </a:p>
        </p:txBody>
      </p:sp>
      <p:sp>
        <p:nvSpPr>
          <p:cNvPr id="28" name="Text 26"/>
          <p:cNvSpPr/>
          <p:nvPr/>
        </p:nvSpPr>
        <p:spPr>
          <a:xfrm>
            <a:off x="1099544" y="3966981"/>
            <a:ext cx="3492668" cy="215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8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ARIMA, Prophet, XGBoost with scientific comparison</a:t>
            </a:r>
            <a:endParaRPr lang="en-US" sz="1600"/>
          </a:p>
        </p:txBody>
      </p:sp>
      <p:sp>
        <p:nvSpPr>
          <p:cNvPr id="29" name="Shape 27"/>
          <p:cNvSpPr/>
          <p:nvPr/>
        </p:nvSpPr>
        <p:spPr>
          <a:xfrm>
            <a:off x="657570" y="4355056"/>
            <a:ext cx="7211714" cy="646790"/>
          </a:xfrm>
          <a:custGeom>
            <a:avLst/>
            <a:gdLst/>
            <a:ahLst/>
            <a:cxnLst/>
            <a:rect l="l" t="t" r="r" b="b"/>
            <a:pathLst>
              <a:path w="7211714" h="646790">
                <a:moveTo>
                  <a:pt x="21560" y="0"/>
                </a:moveTo>
                <a:lnTo>
                  <a:pt x="7125477" y="0"/>
                </a:lnTo>
                <a:cubicBezTo>
                  <a:pt x="7173104" y="0"/>
                  <a:pt x="7211714" y="38609"/>
                  <a:pt x="7211714" y="86237"/>
                </a:cubicBezTo>
                <a:lnTo>
                  <a:pt x="7211714" y="560554"/>
                </a:lnTo>
                <a:cubicBezTo>
                  <a:pt x="7211714" y="608181"/>
                  <a:pt x="7173104" y="646790"/>
                  <a:pt x="7125477" y="646790"/>
                </a:cubicBezTo>
                <a:lnTo>
                  <a:pt x="21560" y="646790"/>
                </a:lnTo>
                <a:cubicBezTo>
                  <a:pt x="9653" y="646790"/>
                  <a:pt x="0" y="637138"/>
                  <a:pt x="0" y="625231"/>
                </a:cubicBezTo>
                <a:lnTo>
                  <a:pt x="0" y="21560"/>
                </a:lnTo>
                <a:cubicBezTo>
                  <a:pt x="0" y="9653"/>
                  <a:pt x="9653" y="0"/>
                  <a:pt x="21560" y="0"/>
                </a:cubicBezTo>
                <a:close/>
              </a:path>
            </a:pathLst>
          </a:custGeom>
          <a:solidFill>
            <a:srgbClr val="1A202C"/>
          </a:solidFill>
          <a:ln/>
        </p:spPr>
      </p:sp>
      <p:sp>
        <p:nvSpPr>
          <p:cNvPr id="30" name="Shape 28"/>
          <p:cNvSpPr/>
          <p:nvPr/>
        </p:nvSpPr>
        <p:spPr>
          <a:xfrm>
            <a:off x="657570" y="4355056"/>
            <a:ext cx="21560" cy="646790"/>
          </a:xfrm>
          <a:custGeom>
            <a:avLst/>
            <a:gdLst/>
            <a:ahLst/>
            <a:cxnLst/>
            <a:rect l="l" t="t" r="r" b="b"/>
            <a:pathLst>
              <a:path w="21560" h="646790">
                <a:moveTo>
                  <a:pt x="21560" y="0"/>
                </a:moveTo>
                <a:lnTo>
                  <a:pt x="21560" y="0"/>
                </a:lnTo>
                <a:lnTo>
                  <a:pt x="21560" y="646790"/>
                </a:lnTo>
                <a:lnTo>
                  <a:pt x="21560" y="646790"/>
                </a:lnTo>
                <a:cubicBezTo>
                  <a:pt x="9653" y="646790"/>
                  <a:pt x="0" y="637138"/>
                  <a:pt x="0" y="625231"/>
                </a:cubicBezTo>
                <a:lnTo>
                  <a:pt x="0" y="21560"/>
                </a:lnTo>
                <a:cubicBezTo>
                  <a:pt x="0" y="9653"/>
                  <a:pt x="9653" y="0"/>
                  <a:pt x="21560" y="0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31" name="Shape 29"/>
          <p:cNvSpPr/>
          <p:nvPr/>
        </p:nvSpPr>
        <p:spPr>
          <a:xfrm>
            <a:off x="754589" y="4462854"/>
            <a:ext cx="258716" cy="258716"/>
          </a:xfrm>
          <a:custGeom>
            <a:avLst/>
            <a:gdLst/>
            <a:ahLst/>
            <a:cxnLst/>
            <a:rect l="l" t="t" r="r" b="b"/>
            <a:pathLst>
              <a:path w="258716" h="258716">
                <a:moveTo>
                  <a:pt x="129358" y="0"/>
                </a:moveTo>
                <a:lnTo>
                  <a:pt x="129358" y="0"/>
                </a:lnTo>
                <a:cubicBezTo>
                  <a:pt x="200753" y="0"/>
                  <a:pt x="258716" y="57963"/>
                  <a:pt x="258716" y="129358"/>
                </a:cubicBezTo>
                <a:lnTo>
                  <a:pt x="258716" y="129358"/>
                </a:lnTo>
                <a:cubicBezTo>
                  <a:pt x="258716" y="200753"/>
                  <a:pt x="200753" y="258716"/>
                  <a:pt x="129358" y="258716"/>
                </a:cubicBezTo>
                <a:lnTo>
                  <a:pt x="129358" y="258716"/>
                </a:lnTo>
                <a:cubicBezTo>
                  <a:pt x="57963" y="258716"/>
                  <a:pt x="0" y="200753"/>
                  <a:pt x="0" y="129358"/>
                </a:cubicBezTo>
                <a:lnTo>
                  <a:pt x="0" y="129358"/>
                </a:lnTo>
                <a:cubicBezTo>
                  <a:pt x="0" y="57963"/>
                  <a:pt x="57963" y="0"/>
                  <a:pt x="129358" y="0"/>
                </a:cubicBezTo>
                <a:close/>
              </a:path>
            </a:pathLst>
          </a:custGeom>
          <a:solidFill>
            <a:srgbClr val="F6AD55">
              <a:alpha val="2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844062" y="4484414"/>
            <a:ext cx="150918" cy="215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8" b="1">
                <a:solidFill>
                  <a:srgbClr val="F6AD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/>
          </a:p>
        </p:txBody>
      </p:sp>
      <p:sp>
        <p:nvSpPr>
          <p:cNvPr id="33" name="Text 31"/>
          <p:cNvSpPr/>
          <p:nvPr/>
        </p:nvSpPr>
        <p:spPr>
          <a:xfrm>
            <a:off x="1099544" y="4441294"/>
            <a:ext cx="2921337" cy="258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8" b="1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 Performance</a:t>
            </a:r>
            <a:endParaRPr lang="en-US" sz="1600"/>
          </a:p>
        </p:txBody>
      </p:sp>
      <p:sp>
        <p:nvSpPr>
          <p:cNvPr id="34" name="Text 32"/>
          <p:cNvSpPr/>
          <p:nvPr/>
        </p:nvSpPr>
        <p:spPr>
          <a:xfrm>
            <a:off x="1099544" y="4700011"/>
            <a:ext cx="2910557" cy="215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8" b="1">
                <a:solidFill>
                  <a:srgbClr val="F6AD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MAE: 1.82°C</a:t>
            </a:r>
            <a:r>
              <a:rPr lang="en-US" sz="1188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(exceeded 2°C target), R²: 0.87</a:t>
            </a:r>
            <a:endParaRPr lang="en-US" sz="1600"/>
          </a:p>
        </p:txBody>
      </p:sp>
      <p:sp>
        <p:nvSpPr>
          <p:cNvPr id="35" name="Shape 33"/>
          <p:cNvSpPr/>
          <p:nvPr/>
        </p:nvSpPr>
        <p:spPr>
          <a:xfrm>
            <a:off x="657570" y="5088085"/>
            <a:ext cx="7211714" cy="646790"/>
          </a:xfrm>
          <a:custGeom>
            <a:avLst/>
            <a:gdLst/>
            <a:ahLst/>
            <a:cxnLst/>
            <a:rect l="l" t="t" r="r" b="b"/>
            <a:pathLst>
              <a:path w="7211714" h="646790">
                <a:moveTo>
                  <a:pt x="21560" y="0"/>
                </a:moveTo>
                <a:lnTo>
                  <a:pt x="7125477" y="0"/>
                </a:lnTo>
                <a:cubicBezTo>
                  <a:pt x="7173104" y="0"/>
                  <a:pt x="7211714" y="38609"/>
                  <a:pt x="7211714" y="86237"/>
                </a:cubicBezTo>
                <a:lnTo>
                  <a:pt x="7211714" y="560554"/>
                </a:lnTo>
                <a:cubicBezTo>
                  <a:pt x="7211714" y="608181"/>
                  <a:pt x="7173104" y="646790"/>
                  <a:pt x="7125477" y="646790"/>
                </a:cubicBezTo>
                <a:lnTo>
                  <a:pt x="21560" y="646790"/>
                </a:lnTo>
                <a:cubicBezTo>
                  <a:pt x="9653" y="646790"/>
                  <a:pt x="0" y="637138"/>
                  <a:pt x="0" y="625231"/>
                </a:cubicBezTo>
                <a:lnTo>
                  <a:pt x="0" y="21560"/>
                </a:lnTo>
                <a:cubicBezTo>
                  <a:pt x="0" y="9653"/>
                  <a:pt x="9653" y="0"/>
                  <a:pt x="21560" y="0"/>
                </a:cubicBezTo>
                <a:close/>
              </a:path>
            </a:pathLst>
          </a:custGeom>
          <a:solidFill>
            <a:srgbClr val="1A202C"/>
          </a:solidFill>
          <a:ln/>
        </p:spPr>
      </p:sp>
      <p:sp>
        <p:nvSpPr>
          <p:cNvPr id="36" name="Shape 34"/>
          <p:cNvSpPr/>
          <p:nvPr/>
        </p:nvSpPr>
        <p:spPr>
          <a:xfrm>
            <a:off x="657570" y="5088085"/>
            <a:ext cx="21560" cy="646790"/>
          </a:xfrm>
          <a:custGeom>
            <a:avLst/>
            <a:gdLst/>
            <a:ahLst/>
            <a:cxnLst/>
            <a:rect l="l" t="t" r="r" b="b"/>
            <a:pathLst>
              <a:path w="21560" h="646790">
                <a:moveTo>
                  <a:pt x="21560" y="0"/>
                </a:moveTo>
                <a:lnTo>
                  <a:pt x="21560" y="0"/>
                </a:lnTo>
                <a:lnTo>
                  <a:pt x="21560" y="646790"/>
                </a:lnTo>
                <a:lnTo>
                  <a:pt x="21560" y="646790"/>
                </a:lnTo>
                <a:cubicBezTo>
                  <a:pt x="9653" y="646790"/>
                  <a:pt x="0" y="637138"/>
                  <a:pt x="0" y="625231"/>
                </a:cubicBezTo>
                <a:lnTo>
                  <a:pt x="0" y="21560"/>
                </a:lnTo>
                <a:cubicBezTo>
                  <a:pt x="0" y="9653"/>
                  <a:pt x="9653" y="0"/>
                  <a:pt x="21560" y="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37" name="Shape 35"/>
          <p:cNvSpPr/>
          <p:nvPr/>
        </p:nvSpPr>
        <p:spPr>
          <a:xfrm>
            <a:off x="754589" y="5195883"/>
            <a:ext cx="258716" cy="258716"/>
          </a:xfrm>
          <a:custGeom>
            <a:avLst/>
            <a:gdLst/>
            <a:ahLst/>
            <a:cxnLst/>
            <a:rect l="l" t="t" r="r" b="b"/>
            <a:pathLst>
              <a:path w="258716" h="258716">
                <a:moveTo>
                  <a:pt x="129358" y="0"/>
                </a:moveTo>
                <a:lnTo>
                  <a:pt x="129358" y="0"/>
                </a:lnTo>
                <a:cubicBezTo>
                  <a:pt x="200753" y="0"/>
                  <a:pt x="258716" y="57963"/>
                  <a:pt x="258716" y="129358"/>
                </a:cubicBezTo>
                <a:lnTo>
                  <a:pt x="258716" y="129358"/>
                </a:lnTo>
                <a:cubicBezTo>
                  <a:pt x="258716" y="200753"/>
                  <a:pt x="200753" y="258716"/>
                  <a:pt x="129358" y="258716"/>
                </a:cubicBezTo>
                <a:lnTo>
                  <a:pt x="129358" y="258716"/>
                </a:lnTo>
                <a:cubicBezTo>
                  <a:pt x="57963" y="258716"/>
                  <a:pt x="0" y="200753"/>
                  <a:pt x="0" y="129358"/>
                </a:cubicBezTo>
                <a:lnTo>
                  <a:pt x="0" y="129358"/>
                </a:lnTo>
                <a:cubicBezTo>
                  <a:pt x="0" y="57963"/>
                  <a:pt x="57963" y="0"/>
                  <a:pt x="129358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841726" y="5217443"/>
            <a:ext cx="161698" cy="215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8" b="1">
                <a:solidFill>
                  <a:srgbClr val="4FD1C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/>
          </a:p>
        </p:txBody>
      </p:sp>
      <p:sp>
        <p:nvSpPr>
          <p:cNvPr id="39" name="Text 37"/>
          <p:cNvSpPr/>
          <p:nvPr/>
        </p:nvSpPr>
        <p:spPr>
          <a:xfrm>
            <a:off x="1099544" y="5174324"/>
            <a:ext cx="3169273" cy="258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8" b="1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Interactive Dashboard</a:t>
            </a:r>
            <a:endParaRPr lang="en-US" sz="1600"/>
          </a:p>
        </p:txBody>
      </p:sp>
      <p:sp>
        <p:nvSpPr>
          <p:cNvPr id="40" name="Text 38"/>
          <p:cNvSpPr/>
          <p:nvPr/>
        </p:nvSpPr>
        <p:spPr>
          <a:xfrm>
            <a:off x="1099544" y="5433040"/>
            <a:ext cx="3158493" cy="215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8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 tabs, real-time metrics, forecasts with 95% CI</a:t>
            </a:r>
            <a:endParaRPr lang="en-US" sz="1600"/>
          </a:p>
        </p:txBody>
      </p:sp>
      <p:sp>
        <p:nvSpPr>
          <p:cNvPr id="41" name="Shape 39"/>
          <p:cNvSpPr/>
          <p:nvPr/>
        </p:nvSpPr>
        <p:spPr>
          <a:xfrm>
            <a:off x="657570" y="5821114"/>
            <a:ext cx="7211714" cy="646790"/>
          </a:xfrm>
          <a:custGeom>
            <a:avLst/>
            <a:gdLst/>
            <a:ahLst/>
            <a:cxnLst/>
            <a:rect l="l" t="t" r="r" b="b"/>
            <a:pathLst>
              <a:path w="7211714" h="646790">
                <a:moveTo>
                  <a:pt x="21560" y="0"/>
                </a:moveTo>
                <a:lnTo>
                  <a:pt x="7125477" y="0"/>
                </a:lnTo>
                <a:cubicBezTo>
                  <a:pt x="7173104" y="0"/>
                  <a:pt x="7211714" y="38609"/>
                  <a:pt x="7211714" y="86237"/>
                </a:cubicBezTo>
                <a:lnTo>
                  <a:pt x="7211714" y="560554"/>
                </a:lnTo>
                <a:cubicBezTo>
                  <a:pt x="7211714" y="608181"/>
                  <a:pt x="7173104" y="646790"/>
                  <a:pt x="7125477" y="646790"/>
                </a:cubicBezTo>
                <a:lnTo>
                  <a:pt x="21560" y="646790"/>
                </a:lnTo>
                <a:cubicBezTo>
                  <a:pt x="9653" y="646790"/>
                  <a:pt x="0" y="637138"/>
                  <a:pt x="0" y="625231"/>
                </a:cubicBezTo>
                <a:lnTo>
                  <a:pt x="0" y="21560"/>
                </a:lnTo>
                <a:cubicBezTo>
                  <a:pt x="0" y="9653"/>
                  <a:pt x="9653" y="0"/>
                  <a:pt x="21560" y="0"/>
                </a:cubicBezTo>
                <a:close/>
              </a:path>
            </a:pathLst>
          </a:custGeom>
          <a:solidFill>
            <a:srgbClr val="1A202C"/>
          </a:solidFill>
          <a:ln/>
        </p:spPr>
      </p:sp>
      <p:sp>
        <p:nvSpPr>
          <p:cNvPr id="42" name="Shape 40"/>
          <p:cNvSpPr/>
          <p:nvPr/>
        </p:nvSpPr>
        <p:spPr>
          <a:xfrm>
            <a:off x="657570" y="5821114"/>
            <a:ext cx="21560" cy="646790"/>
          </a:xfrm>
          <a:custGeom>
            <a:avLst/>
            <a:gdLst/>
            <a:ahLst/>
            <a:cxnLst/>
            <a:rect l="l" t="t" r="r" b="b"/>
            <a:pathLst>
              <a:path w="21560" h="646790">
                <a:moveTo>
                  <a:pt x="21560" y="0"/>
                </a:moveTo>
                <a:lnTo>
                  <a:pt x="21560" y="0"/>
                </a:lnTo>
                <a:lnTo>
                  <a:pt x="21560" y="646790"/>
                </a:lnTo>
                <a:lnTo>
                  <a:pt x="21560" y="646790"/>
                </a:lnTo>
                <a:cubicBezTo>
                  <a:pt x="9653" y="646790"/>
                  <a:pt x="0" y="637138"/>
                  <a:pt x="0" y="625231"/>
                </a:cubicBezTo>
                <a:lnTo>
                  <a:pt x="0" y="21560"/>
                </a:lnTo>
                <a:cubicBezTo>
                  <a:pt x="0" y="9653"/>
                  <a:pt x="9653" y="0"/>
                  <a:pt x="21560" y="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43" name="Shape 41"/>
          <p:cNvSpPr/>
          <p:nvPr/>
        </p:nvSpPr>
        <p:spPr>
          <a:xfrm>
            <a:off x="754589" y="5928912"/>
            <a:ext cx="258716" cy="258716"/>
          </a:xfrm>
          <a:custGeom>
            <a:avLst/>
            <a:gdLst/>
            <a:ahLst/>
            <a:cxnLst/>
            <a:rect l="l" t="t" r="r" b="b"/>
            <a:pathLst>
              <a:path w="258716" h="258716">
                <a:moveTo>
                  <a:pt x="129358" y="0"/>
                </a:moveTo>
                <a:lnTo>
                  <a:pt x="129358" y="0"/>
                </a:lnTo>
                <a:cubicBezTo>
                  <a:pt x="200753" y="0"/>
                  <a:pt x="258716" y="57963"/>
                  <a:pt x="258716" y="129358"/>
                </a:cubicBezTo>
                <a:lnTo>
                  <a:pt x="258716" y="129358"/>
                </a:lnTo>
                <a:cubicBezTo>
                  <a:pt x="258716" y="200753"/>
                  <a:pt x="200753" y="258716"/>
                  <a:pt x="129358" y="258716"/>
                </a:cubicBezTo>
                <a:lnTo>
                  <a:pt x="129358" y="258716"/>
                </a:lnTo>
                <a:cubicBezTo>
                  <a:pt x="57963" y="258716"/>
                  <a:pt x="0" y="200753"/>
                  <a:pt x="0" y="129358"/>
                </a:cubicBezTo>
                <a:lnTo>
                  <a:pt x="0" y="129358"/>
                </a:lnTo>
                <a:cubicBezTo>
                  <a:pt x="0" y="57963"/>
                  <a:pt x="57963" y="0"/>
                  <a:pt x="129358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840828" y="5950472"/>
            <a:ext cx="161698" cy="215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8" b="1">
                <a:solidFill>
                  <a:srgbClr val="4FD1C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</a:t>
            </a:r>
            <a:endParaRPr lang="en-US" sz="1600"/>
          </a:p>
        </p:txBody>
      </p:sp>
      <p:sp>
        <p:nvSpPr>
          <p:cNvPr id="45" name="Text 43"/>
          <p:cNvSpPr/>
          <p:nvPr/>
        </p:nvSpPr>
        <p:spPr>
          <a:xfrm>
            <a:off x="1099544" y="5907353"/>
            <a:ext cx="2921337" cy="258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8" b="1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 Deployment</a:t>
            </a:r>
            <a:endParaRPr lang="en-US" sz="1600"/>
          </a:p>
        </p:txBody>
      </p:sp>
      <p:sp>
        <p:nvSpPr>
          <p:cNvPr id="46" name="Text 44"/>
          <p:cNvSpPr/>
          <p:nvPr/>
        </p:nvSpPr>
        <p:spPr>
          <a:xfrm>
            <a:off x="1099544" y="6166069"/>
            <a:ext cx="2910557" cy="215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8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AWS EC2 + DuckDNS domain, running 24/7</a:t>
            </a:r>
            <a:endParaRPr lang="en-US" sz="1600"/>
          </a:p>
        </p:txBody>
      </p:sp>
      <p:sp>
        <p:nvSpPr>
          <p:cNvPr id="47" name="Shape 45"/>
          <p:cNvSpPr/>
          <p:nvPr/>
        </p:nvSpPr>
        <p:spPr>
          <a:xfrm>
            <a:off x="657570" y="6554143"/>
            <a:ext cx="7211714" cy="646790"/>
          </a:xfrm>
          <a:custGeom>
            <a:avLst/>
            <a:gdLst/>
            <a:ahLst/>
            <a:cxnLst/>
            <a:rect l="l" t="t" r="r" b="b"/>
            <a:pathLst>
              <a:path w="7211714" h="646790">
                <a:moveTo>
                  <a:pt x="21560" y="0"/>
                </a:moveTo>
                <a:lnTo>
                  <a:pt x="7125477" y="0"/>
                </a:lnTo>
                <a:cubicBezTo>
                  <a:pt x="7173104" y="0"/>
                  <a:pt x="7211714" y="38609"/>
                  <a:pt x="7211714" y="86237"/>
                </a:cubicBezTo>
                <a:lnTo>
                  <a:pt x="7211714" y="560554"/>
                </a:lnTo>
                <a:cubicBezTo>
                  <a:pt x="7211714" y="608181"/>
                  <a:pt x="7173104" y="646790"/>
                  <a:pt x="7125477" y="646790"/>
                </a:cubicBezTo>
                <a:lnTo>
                  <a:pt x="21560" y="646790"/>
                </a:lnTo>
                <a:cubicBezTo>
                  <a:pt x="9653" y="646790"/>
                  <a:pt x="0" y="637138"/>
                  <a:pt x="0" y="625231"/>
                </a:cubicBezTo>
                <a:lnTo>
                  <a:pt x="0" y="21560"/>
                </a:lnTo>
                <a:cubicBezTo>
                  <a:pt x="0" y="9653"/>
                  <a:pt x="9653" y="0"/>
                  <a:pt x="21560" y="0"/>
                </a:cubicBezTo>
                <a:close/>
              </a:path>
            </a:pathLst>
          </a:custGeom>
          <a:solidFill>
            <a:srgbClr val="1A202C"/>
          </a:solidFill>
          <a:ln/>
        </p:spPr>
      </p:sp>
      <p:sp>
        <p:nvSpPr>
          <p:cNvPr id="48" name="Shape 46"/>
          <p:cNvSpPr/>
          <p:nvPr/>
        </p:nvSpPr>
        <p:spPr>
          <a:xfrm>
            <a:off x="657570" y="6554143"/>
            <a:ext cx="21560" cy="646790"/>
          </a:xfrm>
          <a:custGeom>
            <a:avLst/>
            <a:gdLst/>
            <a:ahLst/>
            <a:cxnLst/>
            <a:rect l="l" t="t" r="r" b="b"/>
            <a:pathLst>
              <a:path w="21560" h="646790">
                <a:moveTo>
                  <a:pt x="21560" y="0"/>
                </a:moveTo>
                <a:lnTo>
                  <a:pt x="21560" y="0"/>
                </a:lnTo>
                <a:lnTo>
                  <a:pt x="21560" y="646790"/>
                </a:lnTo>
                <a:lnTo>
                  <a:pt x="21560" y="646790"/>
                </a:lnTo>
                <a:cubicBezTo>
                  <a:pt x="9653" y="646790"/>
                  <a:pt x="0" y="637138"/>
                  <a:pt x="0" y="625231"/>
                </a:cubicBezTo>
                <a:lnTo>
                  <a:pt x="0" y="21560"/>
                </a:lnTo>
                <a:cubicBezTo>
                  <a:pt x="0" y="9653"/>
                  <a:pt x="9653" y="0"/>
                  <a:pt x="21560" y="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49" name="Shape 47"/>
          <p:cNvSpPr/>
          <p:nvPr/>
        </p:nvSpPr>
        <p:spPr>
          <a:xfrm>
            <a:off x="754589" y="6661942"/>
            <a:ext cx="258716" cy="258716"/>
          </a:xfrm>
          <a:custGeom>
            <a:avLst/>
            <a:gdLst/>
            <a:ahLst/>
            <a:cxnLst/>
            <a:rect l="l" t="t" r="r" b="b"/>
            <a:pathLst>
              <a:path w="258716" h="258716">
                <a:moveTo>
                  <a:pt x="129358" y="0"/>
                </a:moveTo>
                <a:lnTo>
                  <a:pt x="129358" y="0"/>
                </a:lnTo>
                <a:cubicBezTo>
                  <a:pt x="200753" y="0"/>
                  <a:pt x="258716" y="57963"/>
                  <a:pt x="258716" y="129358"/>
                </a:cubicBezTo>
                <a:lnTo>
                  <a:pt x="258716" y="129358"/>
                </a:lnTo>
                <a:cubicBezTo>
                  <a:pt x="258716" y="200753"/>
                  <a:pt x="200753" y="258716"/>
                  <a:pt x="129358" y="258716"/>
                </a:cubicBezTo>
                <a:lnTo>
                  <a:pt x="129358" y="258716"/>
                </a:lnTo>
                <a:cubicBezTo>
                  <a:pt x="57963" y="258716"/>
                  <a:pt x="0" y="200753"/>
                  <a:pt x="0" y="129358"/>
                </a:cubicBezTo>
                <a:lnTo>
                  <a:pt x="0" y="129358"/>
                </a:lnTo>
                <a:cubicBezTo>
                  <a:pt x="0" y="57963"/>
                  <a:pt x="57963" y="0"/>
                  <a:pt x="129358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847834" y="6683501"/>
            <a:ext cx="150918" cy="215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8" b="1">
                <a:solidFill>
                  <a:srgbClr val="4FD1C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</a:t>
            </a:r>
            <a:endParaRPr lang="en-US" sz="1600"/>
          </a:p>
        </p:txBody>
      </p:sp>
      <p:sp>
        <p:nvSpPr>
          <p:cNvPr id="51" name="Text 49"/>
          <p:cNvSpPr/>
          <p:nvPr/>
        </p:nvSpPr>
        <p:spPr>
          <a:xfrm>
            <a:off x="1099544" y="6640382"/>
            <a:ext cx="3514228" cy="258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8" b="1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Production-Ready</a:t>
            </a:r>
            <a:endParaRPr lang="en-US" sz="1600"/>
          </a:p>
        </p:txBody>
      </p:sp>
      <p:sp>
        <p:nvSpPr>
          <p:cNvPr id="52" name="Text 50"/>
          <p:cNvSpPr/>
          <p:nvPr/>
        </p:nvSpPr>
        <p:spPr>
          <a:xfrm>
            <a:off x="1099544" y="6899098"/>
            <a:ext cx="3503448" cy="215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8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Nginx proxy, auto-restart, monitoring, error handling</a:t>
            </a:r>
            <a:endParaRPr lang="en-US" sz="1600"/>
          </a:p>
        </p:txBody>
      </p:sp>
      <p:sp>
        <p:nvSpPr>
          <p:cNvPr id="53" name="Shape 51"/>
          <p:cNvSpPr/>
          <p:nvPr/>
        </p:nvSpPr>
        <p:spPr>
          <a:xfrm>
            <a:off x="657570" y="7287172"/>
            <a:ext cx="7211714" cy="646790"/>
          </a:xfrm>
          <a:custGeom>
            <a:avLst/>
            <a:gdLst/>
            <a:ahLst/>
            <a:cxnLst/>
            <a:rect l="l" t="t" r="r" b="b"/>
            <a:pathLst>
              <a:path w="7211714" h="646790">
                <a:moveTo>
                  <a:pt x="21560" y="0"/>
                </a:moveTo>
                <a:lnTo>
                  <a:pt x="7125477" y="0"/>
                </a:lnTo>
                <a:cubicBezTo>
                  <a:pt x="7173104" y="0"/>
                  <a:pt x="7211714" y="38609"/>
                  <a:pt x="7211714" y="86237"/>
                </a:cubicBezTo>
                <a:lnTo>
                  <a:pt x="7211714" y="560554"/>
                </a:lnTo>
                <a:cubicBezTo>
                  <a:pt x="7211714" y="608181"/>
                  <a:pt x="7173104" y="646790"/>
                  <a:pt x="7125477" y="646790"/>
                </a:cubicBezTo>
                <a:lnTo>
                  <a:pt x="21560" y="646790"/>
                </a:lnTo>
                <a:cubicBezTo>
                  <a:pt x="9653" y="646790"/>
                  <a:pt x="0" y="637138"/>
                  <a:pt x="0" y="625231"/>
                </a:cubicBezTo>
                <a:lnTo>
                  <a:pt x="0" y="21560"/>
                </a:lnTo>
                <a:cubicBezTo>
                  <a:pt x="0" y="9653"/>
                  <a:pt x="9653" y="0"/>
                  <a:pt x="21560" y="0"/>
                </a:cubicBezTo>
                <a:close/>
              </a:path>
            </a:pathLst>
          </a:custGeom>
          <a:solidFill>
            <a:srgbClr val="1A202C"/>
          </a:solidFill>
          <a:ln/>
        </p:spPr>
      </p:sp>
      <p:sp>
        <p:nvSpPr>
          <p:cNvPr id="54" name="Shape 52"/>
          <p:cNvSpPr/>
          <p:nvPr/>
        </p:nvSpPr>
        <p:spPr>
          <a:xfrm>
            <a:off x="657570" y="7287172"/>
            <a:ext cx="21560" cy="646790"/>
          </a:xfrm>
          <a:custGeom>
            <a:avLst/>
            <a:gdLst/>
            <a:ahLst/>
            <a:cxnLst/>
            <a:rect l="l" t="t" r="r" b="b"/>
            <a:pathLst>
              <a:path w="21560" h="646790">
                <a:moveTo>
                  <a:pt x="21560" y="0"/>
                </a:moveTo>
                <a:lnTo>
                  <a:pt x="21560" y="0"/>
                </a:lnTo>
                <a:lnTo>
                  <a:pt x="21560" y="646790"/>
                </a:lnTo>
                <a:lnTo>
                  <a:pt x="21560" y="646790"/>
                </a:lnTo>
                <a:cubicBezTo>
                  <a:pt x="9653" y="646790"/>
                  <a:pt x="0" y="637138"/>
                  <a:pt x="0" y="625231"/>
                </a:cubicBezTo>
                <a:lnTo>
                  <a:pt x="0" y="21560"/>
                </a:lnTo>
                <a:cubicBezTo>
                  <a:pt x="0" y="9653"/>
                  <a:pt x="9653" y="0"/>
                  <a:pt x="21560" y="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55" name="Shape 53"/>
          <p:cNvSpPr/>
          <p:nvPr/>
        </p:nvSpPr>
        <p:spPr>
          <a:xfrm>
            <a:off x="754589" y="7394971"/>
            <a:ext cx="258716" cy="258716"/>
          </a:xfrm>
          <a:custGeom>
            <a:avLst/>
            <a:gdLst/>
            <a:ahLst/>
            <a:cxnLst/>
            <a:rect l="l" t="t" r="r" b="b"/>
            <a:pathLst>
              <a:path w="258716" h="258716">
                <a:moveTo>
                  <a:pt x="129358" y="0"/>
                </a:moveTo>
                <a:lnTo>
                  <a:pt x="129358" y="0"/>
                </a:lnTo>
                <a:cubicBezTo>
                  <a:pt x="200753" y="0"/>
                  <a:pt x="258716" y="57963"/>
                  <a:pt x="258716" y="129358"/>
                </a:cubicBezTo>
                <a:lnTo>
                  <a:pt x="258716" y="129358"/>
                </a:lnTo>
                <a:cubicBezTo>
                  <a:pt x="258716" y="200753"/>
                  <a:pt x="200753" y="258716"/>
                  <a:pt x="129358" y="258716"/>
                </a:cubicBezTo>
                <a:lnTo>
                  <a:pt x="129358" y="258716"/>
                </a:lnTo>
                <a:cubicBezTo>
                  <a:pt x="57963" y="258716"/>
                  <a:pt x="0" y="200753"/>
                  <a:pt x="0" y="129358"/>
                </a:cubicBezTo>
                <a:lnTo>
                  <a:pt x="0" y="129358"/>
                </a:lnTo>
                <a:cubicBezTo>
                  <a:pt x="0" y="57963"/>
                  <a:pt x="57963" y="0"/>
                  <a:pt x="129358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840289" y="7416531"/>
            <a:ext cx="161698" cy="215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8" b="1">
                <a:solidFill>
                  <a:srgbClr val="4FD1C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</a:t>
            </a:r>
            <a:endParaRPr lang="en-US" sz="1600"/>
          </a:p>
        </p:txBody>
      </p:sp>
      <p:sp>
        <p:nvSpPr>
          <p:cNvPr id="57" name="Text 55"/>
          <p:cNvSpPr/>
          <p:nvPr/>
        </p:nvSpPr>
        <p:spPr>
          <a:xfrm>
            <a:off x="1099544" y="7373411"/>
            <a:ext cx="3902302" cy="258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8" b="1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Full Documentation</a:t>
            </a:r>
            <a:endParaRPr lang="en-US" sz="1600"/>
          </a:p>
        </p:txBody>
      </p:sp>
      <p:sp>
        <p:nvSpPr>
          <p:cNvPr id="58" name="Text 56"/>
          <p:cNvSpPr/>
          <p:nvPr/>
        </p:nvSpPr>
        <p:spPr>
          <a:xfrm>
            <a:off x="1099544" y="7632127"/>
            <a:ext cx="3891523" cy="215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8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README, setup guides, deployment docs, code comments</a:t>
            </a:r>
            <a:endParaRPr lang="en-US" sz="1600"/>
          </a:p>
        </p:txBody>
      </p:sp>
      <p:sp>
        <p:nvSpPr>
          <p:cNvPr id="59" name="Shape 57"/>
          <p:cNvSpPr/>
          <p:nvPr/>
        </p:nvSpPr>
        <p:spPr>
          <a:xfrm>
            <a:off x="8233463" y="1509178"/>
            <a:ext cx="7589008" cy="6597263"/>
          </a:xfrm>
          <a:custGeom>
            <a:avLst/>
            <a:gdLst/>
            <a:ahLst/>
            <a:cxnLst/>
            <a:rect l="l" t="t" r="r" b="b"/>
            <a:pathLst>
              <a:path w="7589008" h="6597263">
                <a:moveTo>
                  <a:pt x="43119" y="0"/>
                </a:moveTo>
                <a:lnTo>
                  <a:pt x="7459636" y="0"/>
                </a:lnTo>
                <a:cubicBezTo>
                  <a:pt x="7531086" y="0"/>
                  <a:pt x="7589008" y="57922"/>
                  <a:pt x="7589008" y="129372"/>
                </a:cubicBezTo>
                <a:lnTo>
                  <a:pt x="7589008" y="6467890"/>
                </a:lnTo>
                <a:cubicBezTo>
                  <a:pt x="7589008" y="6539341"/>
                  <a:pt x="7531086" y="6597263"/>
                  <a:pt x="7459636" y="6597263"/>
                </a:cubicBezTo>
                <a:lnTo>
                  <a:pt x="43119" y="6597263"/>
                </a:lnTo>
                <a:cubicBezTo>
                  <a:pt x="19305" y="6597263"/>
                  <a:pt x="0" y="6577957"/>
                  <a:pt x="0" y="6554143"/>
                </a:cubicBezTo>
                <a:lnTo>
                  <a:pt x="0" y="43119"/>
                </a:lnTo>
                <a:cubicBezTo>
                  <a:pt x="0" y="19305"/>
                  <a:pt x="19305" y="0"/>
                  <a:pt x="43119" y="0"/>
                </a:cubicBezTo>
                <a:close/>
              </a:path>
            </a:pathLst>
          </a:custGeom>
          <a:solidFill>
            <a:srgbClr val="2D3748"/>
          </a:solidFill>
          <a:ln/>
        </p:spPr>
      </p:sp>
      <p:sp>
        <p:nvSpPr>
          <p:cNvPr id="60" name="Shape 58"/>
          <p:cNvSpPr/>
          <p:nvPr/>
        </p:nvSpPr>
        <p:spPr>
          <a:xfrm>
            <a:off x="8233463" y="1509178"/>
            <a:ext cx="43119" cy="6597263"/>
          </a:xfrm>
          <a:custGeom>
            <a:avLst/>
            <a:gdLst/>
            <a:ahLst/>
            <a:cxnLst/>
            <a:rect l="l" t="t" r="r" b="b"/>
            <a:pathLst>
              <a:path w="43119" h="6597263">
                <a:moveTo>
                  <a:pt x="43119" y="0"/>
                </a:moveTo>
                <a:lnTo>
                  <a:pt x="43119" y="0"/>
                </a:lnTo>
                <a:lnTo>
                  <a:pt x="43119" y="6597263"/>
                </a:lnTo>
                <a:lnTo>
                  <a:pt x="43119" y="6597263"/>
                </a:lnTo>
                <a:cubicBezTo>
                  <a:pt x="19305" y="6597263"/>
                  <a:pt x="0" y="6577957"/>
                  <a:pt x="0" y="6554143"/>
                </a:cubicBezTo>
                <a:lnTo>
                  <a:pt x="0" y="43119"/>
                </a:lnTo>
                <a:cubicBezTo>
                  <a:pt x="0" y="19305"/>
                  <a:pt x="19305" y="0"/>
                  <a:pt x="43119" y="0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61" name="Shape 59"/>
          <p:cNvSpPr/>
          <p:nvPr/>
        </p:nvSpPr>
        <p:spPr>
          <a:xfrm>
            <a:off x="8492179" y="1724775"/>
            <a:ext cx="194037" cy="258716"/>
          </a:xfrm>
          <a:custGeom>
            <a:avLst/>
            <a:gdLst/>
            <a:ahLst/>
            <a:cxnLst/>
            <a:rect l="l" t="t" r="r" b="b"/>
            <a:pathLst>
              <a:path w="194037" h="258716">
                <a:moveTo>
                  <a:pt x="148004" y="194037"/>
                </a:moveTo>
                <a:cubicBezTo>
                  <a:pt x="151693" y="182769"/>
                  <a:pt x="159070" y="172562"/>
                  <a:pt x="167408" y="163769"/>
                </a:cubicBezTo>
                <a:cubicBezTo>
                  <a:pt x="183931" y="146387"/>
                  <a:pt x="194037" y="122890"/>
                  <a:pt x="194037" y="97019"/>
                </a:cubicBezTo>
                <a:cubicBezTo>
                  <a:pt x="194037" y="43456"/>
                  <a:pt x="150581" y="0"/>
                  <a:pt x="97019" y="0"/>
                </a:cubicBezTo>
                <a:cubicBezTo>
                  <a:pt x="43456" y="0"/>
                  <a:pt x="0" y="43456"/>
                  <a:pt x="0" y="97019"/>
                </a:cubicBezTo>
                <a:cubicBezTo>
                  <a:pt x="0" y="122890"/>
                  <a:pt x="10106" y="146387"/>
                  <a:pt x="26630" y="163769"/>
                </a:cubicBezTo>
                <a:cubicBezTo>
                  <a:pt x="34967" y="172562"/>
                  <a:pt x="42395" y="182769"/>
                  <a:pt x="46033" y="194037"/>
                </a:cubicBezTo>
                <a:lnTo>
                  <a:pt x="147953" y="194037"/>
                </a:lnTo>
                <a:close/>
                <a:moveTo>
                  <a:pt x="145528" y="218292"/>
                </a:moveTo>
                <a:lnTo>
                  <a:pt x="48509" y="218292"/>
                </a:lnTo>
                <a:lnTo>
                  <a:pt x="48509" y="226377"/>
                </a:lnTo>
                <a:cubicBezTo>
                  <a:pt x="48509" y="248711"/>
                  <a:pt x="66599" y="266801"/>
                  <a:pt x="88934" y="266801"/>
                </a:cubicBezTo>
                <a:lnTo>
                  <a:pt x="105103" y="266801"/>
                </a:lnTo>
                <a:cubicBezTo>
                  <a:pt x="127438" y="266801"/>
                  <a:pt x="145528" y="248711"/>
                  <a:pt x="145528" y="226377"/>
                </a:cubicBezTo>
                <a:lnTo>
                  <a:pt x="145528" y="218292"/>
                </a:lnTo>
                <a:close/>
                <a:moveTo>
                  <a:pt x="92976" y="56594"/>
                </a:moveTo>
                <a:cubicBezTo>
                  <a:pt x="72865" y="56594"/>
                  <a:pt x="56594" y="72865"/>
                  <a:pt x="56594" y="92976"/>
                </a:cubicBezTo>
                <a:cubicBezTo>
                  <a:pt x="56594" y="99697"/>
                  <a:pt x="51187" y="105103"/>
                  <a:pt x="44467" y="105103"/>
                </a:cubicBezTo>
                <a:cubicBezTo>
                  <a:pt x="37746" y="105103"/>
                  <a:pt x="32340" y="99697"/>
                  <a:pt x="32340" y="92976"/>
                </a:cubicBezTo>
                <a:cubicBezTo>
                  <a:pt x="32340" y="59474"/>
                  <a:pt x="59474" y="32340"/>
                  <a:pt x="92976" y="32340"/>
                </a:cubicBezTo>
                <a:cubicBezTo>
                  <a:pt x="99697" y="32340"/>
                  <a:pt x="105103" y="37746"/>
                  <a:pt x="105103" y="44467"/>
                </a:cubicBezTo>
                <a:cubicBezTo>
                  <a:pt x="105103" y="51187"/>
                  <a:pt x="99697" y="56594"/>
                  <a:pt x="92976" y="56594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62" name="Text 60"/>
          <p:cNvSpPr/>
          <p:nvPr/>
        </p:nvSpPr>
        <p:spPr>
          <a:xfrm>
            <a:off x="8750895" y="1681655"/>
            <a:ext cx="7028456" cy="344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37" b="1">
                <a:solidFill>
                  <a:srgbClr val="F6AD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Learnings</a:t>
            </a:r>
            <a:endParaRPr lang="en-US" sz="1600"/>
          </a:p>
        </p:txBody>
      </p:sp>
      <p:sp>
        <p:nvSpPr>
          <p:cNvPr id="63" name="Shape 61"/>
          <p:cNvSpPr/>
          <p:nvPr/>
        </p:nvSpPr>
        <p:spPr>
          <a:xfrm>
            <a:off x="8427500" y="2155968"/>
            <a:ext cx="7222493" cy="776149"/>
          </a:xfrm>
          <a:custGeom>
            <a:avLst/>
            <a:gdLst/>
            <a:ahLst/>
            <a:cxnLst/>
            <a:rect l="l" t="t" r="r" b="b"/>
            <a:pathLst>
              <a:path w="7222493" h="776149">
                <a:moveTo>
                  <a:pt x="86238" y="0"/>
                </a:moveTo>
                <a:lnTo>
                  <a:pt x="7136256" y="0"/>
                </a:lnTo>
                <a:cubicBezTo>
                  <a:pt x="7183883" y="0"/>
                  <a:pt x="7222493" y="38610"/>
                  <a:pt x="7222493" y="86238"/>
                </a:cubicBezTo>
                <a:lnTo>
                  <a:pt x="7222493" y="689911"/>
                </a:lnTo>
                <a:cubicBezTo>
                  <a:pt x="7222493" y="737539"/>
                  <a:pt x="7183883" y="776149"/>
                  <a:pt x="7136256" y="776149"/>
                </a:cubicBezTo>
                <a:lnTo>
                  <a:pt x="86238" y="776149"/>
                </a:lnTo>
                <a:cubicBezTo>
                  <a:pt x="38610" y="776149"/>
                  <a:pt x="0" y="737539"/>
                  <a:pt x="0" y="689911"/>
                </a:cubicBezTo>
                <a:lnTo>
                  <a:pt x="0" y="86238"/>
                </a:lnTo>
                <a:cubicBezTo>
                  <a:pt x="0" y="38642"/>
                  <a:pt x="38642" y="0"/>
                  <a:pt x="86238" y="0"/>
                </a:cubicBezTo>
                <a:close/>
              </a:path>
            </a:pathLst>
          </a:custGeom>
          <a:solidFill>
            <a:srgbClr val="1A202C"/>
          </a:solidFill>
          <a:ln/>
        </p:spPr>
      </p:sp>
      <p:sp>
        <p:nvSpPr>
          <p:cNvPr id="64" name="Shape 62"/>
          <p:cNvSpPr/>
          <p:nvPr/>
        </p:nvSpPr>
        <p:spPr>
          <a:xfrm>
            <a:off x="8595935" y="2317666"/>
            <a:ext cx="169782" cy="194037"/>
          </a:xfrm>
          <a:custGeom>
            <a:avLst/>
            <a:gdLst/>
            <a:ahLst/>
            <a:cxnLst/>
            <a:rect l="l" t="t" r="r" b="b"/>
            <a:pathLst>
              <a:path w="169782" h="194037">
                <a:moveTo>
                  <a:pt x="169782" y="77994"/>
                </a:moveTo>
                <a:cubicBezTo>
                  <a:pt x="164174" y="81708"/>
                  <a:pt x="157731" y="84702"/>
                  <a:pt x="151023" y="87089"/>
                </a:cubicBezTo>
                <a:cubicBezTo>
                  <a:pt x="133211" y="93456"/>
                  <a:pt x="109828" y="97019"/>
                  <a:pt x="84891" y="97019"/>
                </a:cubicBezTo>
                <a:cubicBezTo>
                  <a:pt x="59954" y="97019"/>
                  <a:pt x="36534" y="93418"/>
                  <a:pt x="18759" y="87089"/>
                </a:cubicBezTo>
                <a:cubicBezTo>
                  <a:pt x="12089" y="84702"/>
                  <a:pt x="5609" y="81708"/>
                  <a:pt x="0" y="77994"/>
                </a:cubicBezTo>
                <a:lnTo>
                  <a:pt x="0" y="109146"/>
                </a:lnTo>
                <a:cubicBezTo>
                  <a:pt x="0" y="125897"/>
                  <a:pt x="38012" y="139464"/>
                  <a:pt x="84891" y="139464"/>
                </a:cubicBezTo>
                <a:cubicBezTo>
                  <a:pt x="131771" y="139464"/>
                  <a:pt x="169782" y="125897"/>
                  <a:pt x="169782" y="109146"/>
                </a:cubicBezTo>
                <a:lnTo>
                  <a:pt x="169782" y="77994"/>
                </a:lnTo>
                <a:close/>
                <a:moveTo>
                  <a:pt x="169782" y="48509"/>
                </a:moveTo>
                <a:lnTo>
                  <a:pt x="169782" y="30318"/>
                </a:lnTo>
                <a:cubicBezTo>
                  <a:pt x="169782" y="13567"/>
                  <a:pt x="131771" y="0"/>
                  <a:pt x="84891" y="0"/>
                </a:cubicBezTo>
                <a:cubicBezTo>
                  <a:pt x="38012" y="0"/>
                  <a:pt x="0" y="13567"/>
                  <a:pt x="0" y="30318"/>
                </a:cubicBezTo>
                <a:lnTo>
                  <a:pt x="0" y="48509"/>
                </a:lnTo>
                <a:cubicBezTo>
                  <a:pt x="0" y="65260"/>
                  <a:pt x="38012" y="78828"/>
                  <a:pt x="84891" y="78828"/>
                </a:cubicBezTo>
                <a:cubicBezTo>
                  <a:pt x="131771" y="78828"/>
                  <a:pt x="169782" y="65260"/>
                  <a:pt x="169782" y="48509"/>
                </a:cubicBezTo>
                <a:close/>
                <a:moveTo>
                  <a:pt x="151023" y="147726"/>
                </a:moveTo>
                <a:cubicBezTo>
                  <a:pt x="133249" y="154055"/>
                  <a:pt x="109866" y="157655"/>
                  <a:pt x="84891" y="157655"/>
                </a:cubicBezTo>
                <a:cubicBezTo>
                  <a:pt x="59917" y="157655"/>
                  <a:pt x="36534" y="154055"/>
                  <a:pt x="18759" y="147726"/>
                </a:cubicBezTo>
                <a:cubicBezTo>
                  <a:pt x="12089" y="145338"/>
                  <a:pt x="5609" y="142344"/>
                  <a:pt x="0" y="138630"/>
                </a:cubicBezTo>
                <a:lnTo>
                  <a:pt x="0" y="163719"/>
                </a:lnTo>
                <a:cubicBezTo>
                  <a:pt x="0" y="180470"/>
                  <a:pt x="38012" y="194037"/>
                  <a:pt x="84891" y="194037"/>
                </a:cubicBezTo>
                <a:cubicBezTo>
                  <a:pt x="131771" y="194037"/>
                  <a:pt x="169782" y="180470"/>
                  <a:pt x="169782" y="163719"/>
                </a:cubicBezTo>
                <a:lnTo>
                  <a:pt x="169782" y="138630"/>
                </a:lnTo>
                <a:cubicBezTo>
                  <a:pt x="164174" y="142344"/>
                  <a:pt x="157731" y="145338"/>
                  <a:pt x="151023" y="147726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65" name="Text 63"/>
          <p:cNvSpPr/>
          <p:nvPr/>
        </p:nvSpPr>
        <p:spPr>
          <a:xfrm>
            <a:off x="8885643" y="2285326"/>
            <a:ext cx="1929592" cy="258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8" b="1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Time-Series Databases</a:t>
            </a:r>
            <a:endParaRPr lang="en-US" sz="1600"/>
          </a:p>
        </p:txBody>
      </p:sp>
      <p:sp>
        <p:nvSpPr>
          <p:cNvPr id="66" name="Text 64"/>
          <p:cNvSpPr/>
          <p:nvPr/>
        </p:nvSpPr>
        <p:spPr>
          <a:xfrm>
            <a:off x="8556858" y="2587162"/>
            <a:ext cx="7039236" cy="215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8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TimescaleDB outperforms standard PostgreSQL for time-series data with 10x better query performance.</a:t>
            </a:r>
            <a:endParaRPr lang="en-US" sz="1600"/>
          </a:p>
        </p:txBody>
      </p:sp>
      <p:sp>
        <p:nvSpPr>
          <p:cNvPr id="67" name="Shape 65"/>
          <p:cNvSpPr/>
          <p:nvPr/>
        </p:nvSpPr>
        <p:spPr>
          <a:xfrm>
            <a:off x="8427500" y="3018355"/>
            <a:ext cx="7222493" cy="991745"/>
          </a:xfrm>
          <a:custGeom>
            <a:avLst/>
            <a:gdLst/>
            <a:ahLst/>
            <a:cxnLst/>
            <a:rect l="l" t="t" r="r" b="b"/>
            <a:pathLst>
              <a:path w="7222493" h="991745">
                <a:moveTo>
                  <a:pt x="86242" y="0"/>
                </a:moveTo>
                <a:lnTo>
                  <a:pt x="7136251" y="0"/>
                </a:lnTo>
                <a:cubicBezTo>
                  <a:pt x="7183881" y="0"/>
                  <a:pt x="7222493" y="38612"/>
                  <a:pt x="7222493" y="86242"/>
                </a:cubicBezTo>
                <a:lnTo>
                  <a:pt x="7222493" y="905503"/>
                </a:lnTo>
                <a:cubicBezTo>
                  <a:pt x="7222493" y="953133"/>
                  <a:pt x="7183881" y="991745"/>
                  <a:pt x="7136251" y="991745"/>
                </a:cubicBezTo>
                <a:lnTo>
                  <a:pt x="86242" y="991745"/>
                </a:lnTo>
                <a:cubicBezTo>
                  <a:pt x="38612" y="991745"/>
                  <a:pt x="0" y="953133"/>
                  <a:pt x="0" y="905503"/>
                </a:cubicBezTo>
                <a:lnTo>
                  <a:pt x="0" y="86242"/>
                </a:lnTo>
                <a:cubicBezTo>
                  <a:pt x="0" y="38644"/>
                  <a:pt x="38644" y="0"/>
                  <a:pt x="86242" y="0"/>
                </a:cubicBezTo>
                <a:close/>
              </a:path>
            </a:pathLst>
          </a:custGeom>
          <a:solidFill>
            <a:srgbClr val="1A202C"/>
          </a:solidFill>
          <a:ln/>
        </p:spPr>
      </p:sp>
      <p:sp>
        <p:nvSpPr>
          <p:cNvPr id="68" name="Shape 66"/>
          <p:cNvSpPr/>
          <p:nvPr/>
        </p:nvSpPr>
        <p:spPr>
          <a:xfrm>
            <a:off x="8583808" y="3180053"/>
            <a:ext cx="194037" cy="194037"/>
          </a:xfrm>
          <a:custGeom>
            <a:avLst/>
            <a:gdLst/>
            <a:ahLst/>
            <a:cxnLst/>
            <a:rect l="l" t="t" r="r" b="b"/>
            <a:pathLst>
              <a:path w="194037" h="194037">
                <a:moveTo>
                  <a:pt x="24255" y="24255"/>
                </a:moveTo>
                <a:cubicBezTo>
                  <a:pt x="24255" y="17547"/>
                  <a:pt x="18835" y="12127"/>
                  <a:pt x="12127" y="12127"/>
                </a:cubicBezTo>
                <a:cubicBezTo>
                  <a:pt x="5419" y="12127"/>
                  <a:pt x="0" y="17547"/>
                  <a:pt x="0" y="24255"/>
                </a:cubicBezTo>
                <a:lnTo>
                  <a:pt x="0" y="151592"/>
                </a:lnTo>
                <a:cubicBezTo>
                  <a:pt x="0" y="168342"/>
                  <a:pt x="13567" y="181910"/>
                  <a:pt x="30318" y="181910"/>
                </a:cubicBezTo>
                <a:lnTo>
                  <a:pt x="181910" y="181910"/>
                </a:lnTo>
                <a:cubicBezTo>
                  <a:pt x="188618" y="181910"/>
                  <a:pt x="194037" y="176490"/>
                  <a:pt x="194037" y="169782"/>
                </a:cubicBezTo>
                <a:cubicBezTo>
                  <a:pt x="194037" y="163075"/>
                  <a:pt x="188618" y="157655"/>
                  <a:pt x="181910" y="157655"/>
                </a:cubicBezTo>
                <a:lnTo>
                  <a:pt x="30318" y="157655"/>
                </a:lnTo>
                <a:cubicBezTo>
                  <a:pt x="26983" y="157655"/>
                  <a:pt x="24255" y="154927"/>
                  <a:pt x="24255" y="151592"/>
                </a:cubicBezTo>
                <a:lnTo>
                  <a:pt x="24255" y="24255"/>
                </a:lnTo>
                <a:close/>
                <a:moveTo>
                  <a:pt x="178347" y="57074"/>
                </a:moveTo>
                <a:cubicBezTo>
                  <a:pt x="183085" y="52337"/>
                  <a:pt x="183085" y="44644"/>
                  <a:pt x="178347" y="39906"/>
                </a:cubicBezTo>
                <a:cubicBezTo>
                  <a:pt x="173610" y="35169"/>
                  <a:pt x="165917" y="35169"/>
                  <a:pt x="161180" y="39906"/>
                </a:cubicBezTo>
                <a:lnTo>
                  <a:pt x="121273" y="79851"/>
                </a:lnTo>
                <a:lnTo>
                  <a:pt x="99520" y="58135"/>
                </a:lnTo>
                <a:cubicBezTo>
                  <a:pt x="94783" y="53398"/>
                  <a:pt x="87089" y="53398"/>
                  <a:pt x="82352" y="58135"/>
                </a:cubicBezTo>
                <a:lnTo>
                  <a:pt x="45970" y="94517"/>
                </a:lnTo>
                <a:cubicBezTo>
                  <a:pt x="41233" y="99255"/>
                  <a:pt x="41233" y="106948"/>
                  <a:pt x="45970" y="111685"/>
                </a:cubicBezTo>
                <a:cubicBezTo>
                  <a:pt x="50707" y="116422"/>
                  <a:pt x="58401" y="116422"/>
                  <a:pt x="63138" y="111685"/>
                </a:cubicBezTo>
                <a:lnTo>
                  <a:pt x="90955" y="83868"/>
                </a:lnTo>
                <a:lnTo>
                  <a:pt x="112708" y="105621"/>
                </a:lnTo>
                <a:cubicBezTo>
                  <a:pt x="117446" y="110359"/>
                  <a:pt x="125139" y="110359"/>
                  <a:pt x="129876" y="105621"/>
                </a:cubicBezTo>
                <a:lnTo>
                  <a:pt x="178385" y="57112"/>
                </a:ln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69" name="Text 67"/>
          <p:cNvSpPr/>
          <p:nvPr/>
        </p:nvSpPr>
        <p:spPr>
          <a:xfrm>
            <a:off x="8885643" y="3147714"/>
            <a:ext cx="1422939" cy="258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8" b="1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ARIMA Modeling</a:t>
            </a:r>
            <a:endParaRPr lang="en-US" sz="1600"/>
          </a:p>
        </p:txBody>
      </p:sp>
      <p:sp>
        <p:nvSpPr>
          <p:cNvPr id="70" name="Text 68"/>
          <p:cNvSpPr/>
          <p:nvPr/>
        </p:nvSpPr>
        <p:spPr>
          <a:xfrm>
            <a:off x="8556858" y="3449549"/>
            <a:ext cx="7039236" cy="4311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8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Classical statistical methods still beat complex models for weather forecasting. ARIMA's interpretability is a key advantage.</a:t>
            </a:r>
            <a:endParaRPr lang="en-US" sz="1600"/>
          </a:p>
        </p:txBody>
      </p:sp>
      <p:sp>
        <p:nvSpPr>
          <p:cNvPr id="71" name="Shape 69"/>
          <p:cNvSpPr/>
          <p:nvPr/>
        </p:nvSpPr>
        <p:spPr>
          <a:xfrm>
            <a:off x="8427500" y="4096340"/>
            <a:ext cx="7222493" cy="776149"/>
          </a:xfrm>
          <a:custGeom>
            <a:avLst/>
            <a:gdLst/>
            <a:ahLst/>
            <a:cxnLst/>
            <a:rect l="l" t="t" r="r" b="b"/>
            <a:pathLst>
              <a:path w="7222493" h="776149">
                <a:moveTo>
                  <a:pt x="86238" y="0"/>
                </a:moveTo>
                <a:lnTo>
                  <a:pt x="7136256" y="0"/>
                </a:lnTo>
                <a:cubicBezTo>
                  <a:pt x="7183883" y="0"/>
                  <a:pt x="7222493" y="38610"/>
                  <a:pt x="7222493" y="86238"/>
                </a:cubicBezTo>
                <a:lnTo>
                  <a:pt x="7222493" y="689911"/>
                </a:lnTo>
                <a:cubicBezTo>
                  <a:pt x="7222493" y="737539"/>
                  <a:pt x="7183883" y="776149"/>
                  <a:pt x="7136256" y="776149"/>
                </a:cubicBezTo>
                <a:lnTo>
                  <a:pt x="86238" y="776149"/>
                </a:lnTo>
                <a:cubicBezTo>
                  <a:pt x="38610" y="776149"/>
                  <a:pt x="0" y="737539"/>
                  <a:pt x="0" y="689911"/>
                </a:cubicBezTo>
                <a:lnTo>
                  <a:pt x="0" y="86238"/>
                </a:lnTo>
                <a:cubicBezTo>
                  <a:pt x="0" y="38642"/>
                  <a:pt x="38642" y="0"/>
                  <a:pt x="86238" y="0"/>
                </a:cubicBezTo>
                <a:close/>
              </a:path>
            </a:pathLst>
          </a:custGeom>
          <a:solidFill>
            <a:srgbClr val="1A202C"/>
          </a:solidFill>
          <a:ln/>
        </p:spPr>
      </p:sp>
      <p:sp>
        <p:nvSpPr>
          <p:cNvPr id="72" name="Shape 70"/>
          <p:cNvSpPr/>
          <p:nvPr/>
        </p:nvSpPr>
        <p:spPr>
          <a:xfrm>
            <a:off x="8583808" y="4258037"/>
            <a:ext cx="194037" cy="194037"/>
          </a:xfrm>
          <a:custGeom>
            <a:avLst/>
            <a:gdLst/>
            <a:ahLst/>
            <a:cxnLst/>
            <a:rect l="l" t="t" r="r" b="b"/>
            <a:pathLst>
              <a:path w="194037" h="194037">
                <a:moveTo>
                  <a:pt x="24255" y="12127"/>
                </a:moveTo>
                <a:cubicBezTo>
                  <a:pt x="10877" y="12127"/>
                  <a:pt x="0" y="23004"/>
                  <a:pt x="0" y="36382"/>
                </a:cubicBezTo>
                <a:lnTo>
                  <a:pt x="0" y="133401"/>
                </a:lnTo>
                <a:cubicBezTo>
                  <a:pt x="0" y="146778"/>
                  <a:pt x="10877" y="157655"/>
                  <a:pt x="24255" y="157655"/>
                </a:cubicBezTo>
                <a:lnTo>
                  <a:pt x="78828" y="157655"/>
                </a:lnTo>
                <a:lnTo>
                  <a:pt x="72764" y="175846"/>
                </a:lnTo>
                <a:lnTo>
                  <a:pt x="45477" y="175846"/>
                </a:lnTo>
                <a:cubicBezTo>
                  <a:pt x="40437" y="175846"/>
                  <a:pt x="36382" y="179901"/>
                  <a:pt x="36382" y="184942"/>
                </a:cubicBezTo>
                <a:cubicBezTo>
                  <a:pt x="36382" y="189982"/>
                  <a:pt x="40437" y="194037"/>
                  <a:pt x="45477" y="194037"/>
                </a:cubicBezTo>
                <a:lnTo>
                  <a:pt x="148560" y="194037"/>
                </a:lnTo>
                <a:cubicBezTo>
                  <a:pt x="153600" y="194037"/>
                  <a:pt x="157655" y="189982"/>
                  <a:pt x="157655" y="184942"/>
                </a:cubicBezTo>
                <a:cubicBezTo>
                  <a:pt x="157655" y="179901"/>
                  <a:pt x="153600" y="175846"/>
                  <a:pt x="148560" y="175846"/>
                </a:cubicBezTo>
                <a:lnTo>
                  <a:pt x="121273" y="175846"/>
                </a:lnTo>
                <a:lnTo>
                  <a:pt x="115210" y="157655"/>
                </a:lnTo>
                <a:lnTo>
                  <a:pt x="169782" y="157655"/>
                </a:lnTo>
                <a:cubicBezTo>
                  <a:pt x="183160" y="157655"/>
                  <a:pt x="194037" y="146778"/>
                  <a:pt x="194037" y="133401"/>
                </a:cubicBezTo>
                <a:lnTo>
                  <a:pt x="194037" y="36382"/>
                </a:lnTo>
                <a:cubicBezTo>
                  <a:pt x="194037" y="23004"/>
                  <a:pt x="183160" y="12127"/>
                  <a:pt x="169782" y="12127"/>
                </a:cubicBezTo>
                <a:lnTo>
                  <a:pt x="24255" y="12127"/>
                </a:lnTo>
                <a:close/>
                <a:moveTo>
                  <a:pt x="36382" y="36382"/>
                </a:moveTo>
                <a:lnTo>
                  <a:pt x="157655" y="36382"/>
                </a:lnTo>
                <a:cubicBezTo>
                  <a:pt x="164363" y="36382"/>
                  <a:pt x="169782" y="41801"/>
                  <a:pt x="169782" y="48509"/>
                </a:cubicBezTo>
                <a:lnTo>
                  <a:pt x="169782" y="109146"/>
                </a:lnTo>
                <a:cubicBezTo>
                  <a:pt x="169782" y="115854"/>
                  <a:pt x="164363" y="121273"/>
                  <a:pt x="157655" y="121273"/>
                </a:cubicBezTo>
                <a:lnTo>
                  <a:pt x="36382" y="121273"/>
                </a:lnTo>
                <a:cubicBezTo>
                  <a:pt x="29674" y="121273"/>
                  <a:pt x="24255" y="115854"/>
                  <a:pt x="24255" y="109146"/>
                </a:cubicBezTo>
                <a:lnTo>
                  <a:pt x="24255" y="48509"/>
                </a:lnTo>
                <a:cubicBezTo>
                  <a:pt x="24255" y="41801"/>
                  <a:pt x="29674" y="36382"/>
                  <a:pt x="36382" y="36382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73" name="Text 71"/>
          <p:cNvSpPr/>
          <p:nvPr/>
        </p:nvSpPr>
        <p:spPr>
          <a:xfrm>
            <a:off x="8885643" y="4225698"/>
            <a:ext cx="1735554" cy="258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8" b="1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Streamlit Framework</a:t>
            </a:r>
            <a:endParaRPr lang="en-US" sz="1600"/>
          </a:p>
        </p:txBody>
      </p:sp>
      <p:sp>
        <p:nvSpPr>
          <p:cNvPr id="74" name="Text 72"/>
          <p:cNvSpPr/>
          <p:nvPr/>
        </p:nvSpPr>
        <p:spPr>
          <a:xfrm>
            <a:off x="8556858" y="4527533"/>
            <a:ext cx="7039236" cy="215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8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Enables rapid prototyping of data dashboards. From script to deployed app in hours, not weeks.</a:t>
            </a:r>
            <a:endParaRPr lang="en-US" sz="1600"/>
          </a:p>
        </p:txBody>
      </p:sp>
      <p:sp>
        <p:nvSpPr>
          <p:cNvPr id="75" name="Shape 73"/>
          <p:cNvSpPr/>
          <p:nvPr/>
        </p:nvSpPr>
        <p:spPr>
          <a:xfrm>
            <a:off x="8427500" y="4958727"/>
            <a:ext cx="7222493" cy="991745"/>
          </a:xfrm>
          <a:custGeom>
            <a:avLst/>
            <a:gdLst/>
            <a:ahLst/>
            <a:cxnLst/>
            <a:rect l="l" t="t" r="r" b="b"/>
            <a:pathLst>
              <a:path w="7222493" h="991745">
                <a:moveTo>
                  <a:pt x="86242" y="0"/>
                </a:moveTo>
                <a:lnTo>
                  <a:pt x="7136251" y="0"/>
                </a:lnTo>
                <a:cubicBezTo>
                  <a:pt x="7183881" y="0"/>
                  <a:pt x="7222493" y="38612"/>
                  <a:pt x="7222493" y="86242"/>
                </a:cubicBezTo>
                <a:lnTo>
                  <a:pt x="7222493" y="905503"/>
                </a:lnTo>
                <a:cubicBezTo>
                  <a:pt x="7222493" y="953133"/>
                  <a:pt x="7183881" y="991745"/>
                  <a:pt x="7136251" y="991745"/>
                </a:cubicBezTo>
                <a:lnTo>
                  <a:pt x="86242" y="991745"/>
                </a:lnTo>
                <a:cubicBezTo>
                  <a:pt x="38612" y="991745"/>
                  <a:pt x="0" y="953133"/>
                  <a:pt x="0" y="905503"/>
                </a:cubicBezTo>
                <a:lnTo>
                  <a:pt x="0" y="86242"/>
                </a:lnTo>
                <a:cubicBezTo>
                  <a:pt x="0" y="38644"/>
                  <a:pt x="38644" y="0"/>
                  <a:pt x="86242" y="0"/>
                </a:cubicBezTo>
                <a:close/>
              </a:path>
            </a:pathLst>
          </a:custGeom>
          <a:solidFill>
            <a:srgbClr val="1A202C"/>
          </a:solidFill>
          <a:ln/>
        </p:spPr>
      </p:sp>
      <p:sp>
        <p:nvSpPr>
          <p:cNvPr id="76" name="Shape 74"/>
          <p:cNvSpPr/>
          <p:nvPr/>
        </p:nvSpPr>
        <p:spPr>
          <a:xfrm>
            <a:off x="8571680" y="5120424"/>
            <a:ext cx="218292" cy="194037"/>
          </a:xfrm>
          <a:custGeom>
            <a:avLst/>
            <a:gdLst/>
            <a:ahLst/>
            <a:cxnLst/>
            <a:rect l="l" t="t" r="r" b="b"/>
            <a:pathLst>
              <a:path w="218292" h="194037">
                <a:moveTo>
                  <a:pt x="0" y="127337"/>
                </a:moveTo>
                <a:cubicBezTo>
                  <a:pt x="0" y="157466"/>
                  <a:pt x="24444" y="181910"/>
                  <a:pt x="54573" y="181910"/>
                </a:cubicBezTo>
                <a:lnTo>
                  <a:pt x="169782" y="181910"/>
                </a:lnTo>
                <a:cubicBezTo>
                  <a:pt x="196576" y="181910"/>
                  <a:pt x="218292" y="160194"/>
                  <a:pt x="218292" y="133401"/>
                </a:cubicBezTo>
                <a:cubicBezTo>
                  <a:pt x="218292" y="113845"/>
                  <a:pt x="206733" y="96981"/>
                  <a:pt x="190058" y="89325"/>
                </a:cubicBezTo>
                <a:cubicBezTo>
                  <a:pt x="192597" y="84361"/>
                  <a:pt x="194037" y="78714"/>
                  <a:pt x="194037" y="72764"/>
                </a:cubicBezTo>
                <a:cubicBezTo>
                  <a:pt x="194037" y="52678"/>
                  <a:pt x="177741" y="36382"/>
                  <a:pt x="157655" y="36382"/>
                </a:cubicBezTo>
                <a:cubicBezTo>
                  <a:pt x="150947" y="36382"/>
                  <a:pt x="144694" y="38201"/>
                  <a:pt x="139313" y="41347"/>
                </a:cubicBezTo>
                <a:cubicBezTo>
                  <a:pt x="130179" y="23989"/>
                  <a:pt x="111950" y="12127"/>
                  <a:pt x="90955" y="12127"/>
                </a:cubicBezTo>
                <a:cubicBezTo>
                  <a:pt x="60826" y="12127"/>
                  <a:pt x="36382" y="36571"/>
                  <a:pt x="36382" y="66700"/>
                </a:cubicBezTo>
                <a:cubicBezTo>
                  <a:pt x="36382" y="69732"/>
                  <a:pt x="36647" y="72726"/>
                  <a:pt x="37102" y="75606"/>
                </a:cubicBezTo>
                <a:cubicBezTo>
                  <a:pt x="15538" y="82883"/>
                  <a:pt x="0" y="103310"/>
                  <a:pt x="0" y="127337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77" name="Text 75"/>
          <p:cNvSpPr/>
          <p:nvPr/>
        </p:nvSpPr>
        <p:spPr>
          <a:xfrm>
            <a:off x="8885643" y="5088085"/>
            <a:ext cx="1552297" cy="258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8" b="1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 Deployment</a:t>
            </a:r>
            <a:endParaRPr lang="en-US" sz="1600"/>
          </a:p>
        </p:txBody>
      </p:sp>
      <p:sp>
        <p:nvSpPr>
          <p:cNvPr id="78" name="Text 76"/>
          <p:cNvSpPr/>
          <p:nvPr/>
        </p:nvSpPr>
        <p:spPr>
          <a:xfrm>
            <a:off x="8556858" y="5389920"/>
            <a:ext cx="7039236" cy="4311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8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AWS Free Tier is sufficient for small-to-medium projects. Production-grade systems can be built at zero cost.</a:t>
            </a:r>
            <a:endParaRPr lang="en-US" sz="1600"/>
          </a:p>
        </p:txBody>
      </p:sp>
      <p:sp>
        <p:nvSpPr>
          <p:cNvPr id="79" name="Shape 77"/>
          <p:cNvSpPr/>
          <p:nvPr/>
        </p:nvSpPr>
        <p:spPr>
          <a:xfrm>
            <a:off x="8427500" y="6036711"/>
            <a:ext cx="7222493" cy="776149"/>
          </a:xfrm>
          <a:custGeom>
            <a:avLst/>
            <a:gdLst/>
            <a:ahLst/>
            <a:cxnLst/>
            <a:rect l="l" t="t" r="r" b="b"/>
            <a:pathLst>
              <a:path w="7222493" h="776149">
                <a:moveTo>
                  <a:pt x="86238" y="0"/>
                </a:moveTo>
                <a:lnTo>
                  <a:pt x="7136256" y="0"/>
                </a:lnTo>
                <a:cubicBezTo>
                  <a:pt x="7183883" y="0"/>
                  <a:pt x="7222493" y="38610"/>
                  <a:pt x="7222493" y="86238"/>
                </a:cubicBezTo>
                <a:lnTo>
                  <a:pt x="7222493" y="689911"/>
                </a:lnTo>
                <a:cubicBezTo>
                  <a:pt x="7222493" y="737539"/>
                  <a:pt x="7183883" y="776149"/>
                  <a:pt x="7136256" y="776149"/>
                </a:cubicBezTo>
                <a:lnTo>
                  <a:pt x="86238" y="776149"/>
                </a:lnTo>
                <a:cubicBezTo>
                  <a:pt x="38610" y="776149"/>
                  <a:pt x="0" y="737539"/>
                  <a:pt x="0" y="689911"/>
                </a:cubicBezTo>
                <a:lnTo>
                  <a:pt x="0" y="86238"/>
                </a:lnTo>
                <a:cubicBezTo>
                  <a:pt x="0" y="38642"/>
                  <a:pt x="38642" y="0"/>
                  <a:pt x="86238" y="0"/>
                </a:cubicBezTo>
                <a:close/>
              </a:path>
            </a:pathLst>
          </a:custGeom>
          <a:solidFill>
            <a:srgbClr val="1A202C"/>
          </a:solidFill>
          <a:ln/>
        </p:spPr>
      </p:sp>
      <p:sp>
        <p:nvSpPr>
          <p:cNvPr id="80" name="Shape 78"/>
          <p:cNvSpPr/>
          <p:nvPr/>
        </p:nvSpPr>
        <p:spPr>
          <a:xfrm>
            <a:off x="8583808" y="6198408"/>
            <a:ext cx="194037" cy="194037"/>
          </a:xfrm>
          <a:custGeom>
            <a:avLst/>
            <a:gdLst/>
            <a:ahLst/>
            <a:cxnLst/>
            <a:rect l="l" t="t" r="r" b="b"/>
            <a:pathLst>
              <a:path w="194037" h="194037">
                <a:moveTo>
                  <a:pt x="72764" y="24255"/>
                </a:moveTo>
                <a:cubicBezTo>
                  <a:pt x="72764" y="17547"/>
                  <a:pt x="78183" y="12127"/>
                  <a:pt x="84891" y="12127"/>
                </a:cubicBezTo>
                <a:lnTo>
                  <a:pt x="109146" y="12127"/>
                </a:lnTo>
                <a:cubicBezTo>
                  <a:pt x="115854" y="12127"/>
                  <a:pt x="121273" y="17547"/>
                  <a:pt x="121273" y="24255"/>
                </a:cubicBezTo>
                <a:lnTo>
                  <a:pt x="121273" y="48509"/>
                </a:lnTo>
                <a:cubicBezTo>
                  <a:pt x="121273" y="55217"/>
                  <a:pt x="115854" y="60637"/>
                  <a:pt x="109146" y="60637"/>
                </a:cubicBezTo>
                <a:lnTo>
                  <a:pt x="106114" y="60637"/>
                </a:lnTo>
                <a:lnTo>
                  <a:pt x="106114" y="84891"/>
                </a:lnTo>
                <a:lnTo>
                  <a:pt x="151592" y="84891"/>
                </a:lnTo>
                <a:cubicBezTo>
                  <a:pt x="166675" y="84891"/>
                  <a:pt x="178878" y="97094"/>
                  <a:pt x="178878" y="112178"/>
                </a:cubicBezTo>
                <a:lnTo>
                  <a:pt x="178878" y="133401"/>
                </a:lnTo>
                <a:lnTo>
                  <a:pt x="181910" y="133401"/>
                </a:lnTo>
                <a:cubicBezTo>
                  <a:pt x="188618" y="133401"/>
                  <a:pt x="194037" y="138820"/>
                  <a:pt x="194037" y="145528"/>
                </a:cubicBezTo>
                <a:lnTo>
                  <a:pt x="194037" y="169782"/>
                </a:lnTo>
                <a:cubicBezTo>
                  <a:pt x="194037" y="176490"/>
                  <a:pt x="188618" y="181910"/>
                  <a:pt x="181910" y="181910"/>
                </a:cubicBezTo>
                <a:lnTo>
                  <a:pt x="157655" y="181910"/>
                </a:lnTo>
                <a:cubicBezTo>
                  <a:pt x="150947" y="181910"/>
                  <a:pt x="145528" y="176490"/>
                  <a:pt x="145528" y="169782"/>
                </a:cubicBezTo>
                <a:lnTo>
                  <a:pt x="145528" y="145528"/>
                </a:lnTo>
                <a:cubicBezTo>
                  <a:pt x="145528" y="138820"/>
                  <a:pt x="150947" y="133401"/>
                  <a:pt x="157655" y="133401"/>
                </a:cubicBezTo>
                <a:lnTo>
                  <a:pt x="160687" y="133401"/>
                </a:lnTo>
                <a:lnTo>
                  <a:pt x="160687" y="112178"/>
                </a:lnTo>
                <a:cubicBezTo>
                  <a:pt x="160687" y="107137"/>
                  <a:pt x="156632" y="103082"/>
                  <a:pt x="151592" y="103082"/>
                </a:cubicBezTo>
                <a:lnTo>
                  <a:pt x="106114" y="103082"/>
                </a:lnTo>
                <a:lnTo>
                  <a:pt x="106114" y="133401"/>
                </a:lnTo>
                <a:lnTo>
                  <a:pt x="109146" y="133401"/>
                </a:lnTo>
                <a:cubicBezTo>
                  <a:pt x="115854" y="133401"/>
                  <a:pt x="121273" y="138820"/>
                  <a:pt x="121273" y="145528"/>
                </a:cubicBezTo>
                <a:lnTo>
                  <a:pt x="121273" y="169782"/>
                </a:lnTo>
                <a:cubicBezTo>
                  <a:pt x="121273" y="176490"/>
                  <a:pt x="115854" y="181910"/>
                  <a:pt x="109146" y="181910"/>
                </a:cubicBezTo>
                <a:lnTo>
                  <a:pt x="84891" y="181910"/>
                </a:lnTo>
                <a:cubicBezTo>
                  <a:pt x="78183" y="181910"/>
                  <a:pt x="72764" y="176490"/>
                  <a:pt x="72764" y="169782"/>
                </a:cubicBezTo>
                <a:lnTo>
                  <a:pt x="72764" y="145528"/>
                </a:lnTo>
                <a:cubicBezTo>
                  <a:pt x="72764" y="138820"/>
                  <a:pt x="78183" y="133401"/>
                  <a:pt x="84891" y="133401"/>
                </a:cubicBezTo>
                <a:lnTo>
                  <a:pt x="87923" y="133401"/>
                </a:lnTo>
                <a:lnTo>
                  <a:pt x="87923" y="103082"/>
                </a:lnTo>
                <a:lnTo>
                  <a:pt x="42446" y="103082"/>
                </a:lnTo>
                <a:cubicBezTo>
                  <a:pt x="37405" y="103082"/>
                  <a:pt x="33350" y="107137"/>
                  <a:pt x="33350" y="112178"/>
                </a:cubicBezTo>
                <a:lnTo>
                  <a:pt x="33350" y="133401"/>
                </a:lnTo>
                <a:lnTo>
                  <a:pt x="36382" y="133401"/>
                </a:lnTo>
                <a:cubicBezTo>
                  <a:pt x="43090" y="133401"/>
                  <a:pt x="48509" y="138820"/>
                  <a:pt x="48509" y="145528"/>
                </a:cubicBezTo>
                <a:lnTo>
                  <a:pt x="48509" y="169782"/>
                </a:lnTo>
                <a:cubicBezTo>
                  <a:pt x="48509" y="176490"/>
                  <a:pt x="43090" y="181910"/>
                  <a:pt x="36382" y="181910"/>
                </a:cubicBezTo>
                <a:lnTo>
                  <a:pt x="12127" y="181910"/>
                </a:lnTo>
                <a:cubicBezTo>
                  <a:pt x="5419" y="181910"/>
                  <a:pt x="0" y="176490"/>
                  <a:pt x="0" y="169782"/>
                </a:cubicBezTo>
                <a:lnTo>
                  <a:pt x="0" y="145528"/>
                </a:lnTo>
                <a:cubicBezTo>
                  <a:pt x="0" y="138820"/>
                  <a:pt x="5419" y="133401"/>
                  <a:pt x="12127" y="133401"/>
                </a:cubicBezTo>
                <a:lnTo>
                  <a:pt x="15159" y="133401"/>
                </a:lnTo>
                <a:lnTo>
                  <a:pt x="15159" y="112178"/>
                </a:lnTo>
                <a:cubicBezTo>
                  <a:pt x="15159" y="97094"/>
                  <a:pt x="27362" y="84891"/>
                  <a:pt x="42446" y="84891"/>
                </a:cubicBezTo>
                <a:lnTo>
                  <a:pt x="87923" y="84891"/>
                </a:lnTo>
                <a:lnTo>
                  <a:pt x="87923" y="60637"/>
                </a:lnTo>
                <a:lnTo>
                  <a:pt x="84891" y="60637"/>
                </a:lnTo>
                <a:cubicBezTo>
                  <a:pt x="78183" y="60637"/>
                  <a:pt x="72764" y="55217"/>
                  <a:pt x="72764" y="48509"/>
                </a:cubicBezTo>
                <a:lnTo>
                  <a:pt x="72764" y="24255"/>
                </a:ln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81" name="Text 79"/>
          <p:cNvSpPr/>
          <p:nvPr/>
        </p:nvSpPr>
        <p:spPr>
          <a:xfrm>
            <a:off x="8885643" y="6166069"/>
            <a:ext cx="2080509" cy="258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8" b="1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IoT Architecture Patterns</a:t>
            </a:r>
            <a:endParaRPr lang="en-US" sz="1600"/>
          </a:p>
        </p:txBody>
      </p:sp>
      <p:sp>
        <p:nvSpPr>
          <p:cNvPr id="82" name="Text 80"/>
          <p:cNvSpPr/>
          <p:nvPr/>
        </p:nvSpPr>
        <p:spPr>
          <a:xfrm>
            <a:off x="8556858" y="6467905"/>
            <a:ext cx="7039236" cy="215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8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Mirrors real systems: Tesla, NASA, utilities use the same architecture (sensors → database → AI → UI).</a:t>
            </a:r>
            <a:endParaRPr lang="en-US" sz="1600"/>
          </a:p>
        </p:txBody>
      </p:sp>
      <p:sp>
        <p:nvSpPr>
          <p:cNvPr id="83" name="Shape 81"/>
          <p:cNvSpPr/>
          <p:nvPr/>
        </p:nvSpPr>
        <p:spPr>
          <a:xfrm>
            <a:off x="8427500" y="6899098"/>
            <a:ext cx="7222493" cy="991745"/>
          </a:xfrm>
          <a:custGeom>
            <a:avLst/>
            <a:gdLst/>
            <a:ahLst/>
            <a:cxnLst/>
            <a:rect l="l" t="t" r="r" b="b"/>
            <a:pathLst>
              <a:path w="7222493" h="991745">
                <a:moveTo>
                  <a:pt x="86242" y="0"/>
                </a:moveTo>
                <a:lnTo>
                  <a:pt x="7136251" y="0"/>
                </a:lnTo>
                <a:cubicBezTo>
                  <a:pt x="7183881" y="0"/>
                  <a:pt x="7222493" y="38612"/>
                  <a:pt x="7222493" y="86242"/>
                </a:cubicBezTo>
                <a:lnTo>
                  <a:pt x="7222493" y="905503"/>
                </a:lnTo>
                <a:cubicBezTo>
                  <a:pt x="7222493" y="953133"/>
                  <a:pt x="7183881" y="991745"/>
                  <a:pt x="7136251" y="991745"/>
                </a:cubicBezTo>
                <a:lnTo>
                  <a:pt x="86242" y="991745"/>
                </a:lnTo>
                <a:cubicBezTo>
                  <a:pt x="38612" y="991745"/>
                  <a:pt x="0" y="953133"/>
                  <a:pt x="0" y="905503"/>
                </a:cubicBezTo>
                <a:lnTo>
                  <a:pt x="0" y="86242"/>
                </a:lnTo>
                <a:cubicBezTo>
                  <a:pt x="0" y="38644"/>
                  <a:pt x="38644" y="0"/>
                  <a:pt x="86242" y="0"/>
                </a:cubicBezTo>
                <a:close/>
              </a:path>
            </a:pathLst>
          </a:custGeom>
          <a:solidFill>
            <a:srgbClr val="1A202C"/>
          </a:solidFill>
          <a:ln/>
        </p:spPr>
      </p:sp>
      <p:sp>
        <p:nvSpPr>
          <p:cNvPr id="84" name="Shape 82"/>
          <p:cNvSpPr/>
          <p:nvPr/>
        </p:nvSpPr>
        <p:spPr>
          <a:xfrm>
            <a:off x="8559553" y="7060796"/>
            <a:ext cx="242546" cy="194037"/>
          </a:xfrm>
          <a:custGeom>
            <a:avLst/>
            <a:gdLst/>
            <a:ahLst/>
            <a:cxnLst/>
            <a:rect l="l" t="t" r="r" b="b"/>
            <a:pathLst>
              <a:path w="242546" h="194037">
                <a:moveTo>
                  <a:pt x="157617" y="79775"/>
                </a:moveTo>
                <a:cubicBezTo>
                  <a:pt x="162241" y="78524"/>
                  <a:pt x="167092" y="80722"/>
                  <a:pt x="169176" y="85005"/>
                </a:cubicBezTo>
                <a:lnTo>
                  <a:pt x="176225" y="99255"/>
                </a:lnTo>
                <a:cubicBezTo>
                  <a:pt x="180129" y="99785"/>
                  <a:pt x="183956" y="100846"/>
                  <a:pt x="187557" y="102324"/>
                </a:cubicBezTo>
                <a:lnTo>
                  <a:pt x="200821" y="93494"/>
                </a:lnTo>
                <a:cubicBezTo>
                  <a:pt x="204800" y="90841"/>
                  <a:pt x="210068" y="91372"/>
                  <a:pt x="213441" y="94745"/>
                </a:cubicBezTo>
                <a:lnTo>
                  <a:pt x="220717" y="102021"/>
                </a:lnTo>
                <a:cubicBezTo>
                  <a:pt x="224090" y="105394"/>
                  <a:pt x="224621" y="110700"/>
                  <a:pt x="221968" y="114641"/>
                </a:cubicBezTo>
                <a:lnTo>
                  <a:pt x="213138" y="127867"/>
                </a:lnTo>
                <a:cubicBezTo>
                  <a:pt x="213858" y="129649"/>
                  <a:pt x="214502" y="131506"/>
                  <a:pt x="215033" y="133438"/>
                </a:cubicBezTo>
                <a:cubicBezTo>
                  <a:pt x="215563" y="135371"/>
                  <a:pt x="215904" y="137266"/>
                  <a:pt x="216169" y="139199"/>
                </a:cubicBezTo>
                <a:lnTo>
                  <a:pt x="230457" y="146248"/>
                </a:lnTo>
                <a:cubicBezTo>
                  <a:pt x="234739" y="148370"/>
                  <a:pt x="236938" y="153221"/>
                  <a:pt x="235687" y="157807"/>
                </a:cubicBezTo>
                <a:lnTo>
                  <a:pt x="233034" y="167736"/>
                </a:lnTo>
                <a:cubicBezTo>
                  <a:pt x="231783" y="172322"/>
                  <a:pt x="227501" y="175429"/>
                  <a:pt x="222726" y="175126"/>
                </a:cubicBezTo>
                <a:lnTo>
                  <a:pt x="206809" y="174103"/>
                </a:lnTo>
                <a:cubicBezTo>
                  <a:pt x="204421" y="177173"/>
                  <a:pt x="201655" y="180015"/>
                  <a:pt x="198509" y="182440"/>
                </a:cubicBezTo>
                <a:lnTo>
                  <a:pt x="199532" y="198320"/>
                </a:lnTo>
                <a:cubicBezTo>
                  <a:pt x="199836" y="203095"/>
                  <a:pt x="196728" y="207415"/>
                  <a:pt x="192142" y="208628"/>
                </a:cubicBezTo>
                <a:lnTo>
                  <a:pt x="182213" y="211281"/>
                </a:lnTo>
                <a:cubicBezTo>
                  <a:pt x="177589" y="212531"/>
                  <a:pt x="172776" y="210333"/>
                  <a:pt x="170654" y="206051"/>
                </a:cubicBezTo>
                <a:lnTo>
                  <a:pt x="163605" y="191801"/>
                </a:lnTo>
                <a:cubicBezTo>
                  <a:pt x="159702" y="191271"/>
                  <a:pt x="155874" y="190209"/>
                  <a:pt x="152274" y="188731"/>
                </a:cubicBezTo>
                <a:lnTo>
                  <a:pt x="139009" y="197562"/>
                </a:lnTo>
                <a:cubicBezTo>
                  <a:pt x="135030" y="200214"/>
                  <a:pt x="129762" y="199684"/>
                  <a:pt x="126389" y="196311"/>
                </a:cubicBezTo>
                <a:lnTo>
                  <a:pt x="119113" y="189035"/>
                </a:lnTo>
                <a:cubicBezTo>
                  <a:pt x="115740" y="185662"/>
                  <a:pt x="115210" y="180394"/>
                  <a:pt x="117862" y="176415"/>
                </a:cubicBezTo>
                <a:lnTo>
                  <a:pt x="126693" y="163150"/>
                </a:lnTo>
                <a:cubicBezTo>
                  <a:pt x="125973" y="161369"/>
                  <a:pt x="125328" y="159512"/>
                  <a:pt x="124798" y="157579"/>
                </a:cubicBezTo>
                <a:cubicBezTo>
                  <a:pt x="124267" y="155647"/>
                  <a:pt x="123926" y="153714"/>
                  <a:pt x="123661" y="151819"/>
                </a:cubicBezTo>
                <a:lnTo>
                  <a:pt x="109373" y="144770"/>
                </a:lnTo>
                <a:cubicBezTo>
                  <a:pt x="105091" y="142648"/>
                  <a:pt x="102931" y="137797"/>
                  <a:pt x="104143" y="133211"/>
                </a:cubicBezTo>
                <a:lnTo>
                  <a:pt x="106796" y="123282"/>
                </a:lnTo>
                <a:cubicBezTo>
                  <a:pt x="108047" y="118696"/>
                  <a:pt x="112329" y="115589"/>
                  <a:pt x="117104" y="115892"/>
                </a:cubicBezTo>
                <a:lnTo>
                  <a:pt x="132984" y="116915"/>
                </a:lnTo>
                <a:cubicBezTo>
                  <a:pt x="135371" y="113845"/>
                  <a:pt x="138138" y="111003"/>
                  <a:pt x="141283" y="108577"/>
                </a:cubicBezTo>
                <a:lnTo>
                  <a:pt x="140260" y="92736"/>
                </a:lnTo>
                <a:cubicBezTo>
                  <a:pt x="139957" y="87961"/>
                  <a:pt x="143064" y="83641"/>
                  <a:pt x="147650" y="82428"/>
                </a:cubicBezTo>
                <a:lnTo>
                  <a:pt x="157579" y="79775"/>
                </a:lnTo>
                <a:close/>
                <a:moveTo>
                  <a:pt x="169934" y="128853"/>
                </a:moveTo>
                <a:cubicBezTo>
                  <a:pt x="160731" y="128863"/>
                  <a:pt x="153268" y="136344"/>
                  <a:pt x="153278" y="145547"/>
                </a:cubicBezTo>
                <a:cubicBezTo>
                  <a:pt x="153288" y="154750"/>
                  <a:pt x="160769" y="162213"/>
                  <a:pt x="169972" y="162203"/>
                </a:cubicBezTo>
                <a:cubicBezTo>
                  <a:pt x="179175" y="162192"/>
                  <a:pt x="186639" y="154712"/>
                  <a:pt x="186628" y="145509"/>
                </a:cubicBezTo>
                <a:cubicBezTo>
                  <a:pt x="186618" y="136306"/>
                  <a:pt x="179137" y="128842"/>
                  <a:pt x="169934" y="128853"/>
                </a:cubicBezTo>
                <a:close/>
                <a:moveTo>
                  <a:pt x="85232" y="-17244"/>
                </a:moveTo>
                <a:lnTo>
                  <a:pt x="95162" y="-14591"/>
                </a:lnTo>
                <a:cubicBezTo>
                  <a:pt x="99747" y="-13340"/>
                  <a:pt x="102855" y="-9020"/>
                  <a:pt x="102552" y="-4282"/>
                </a:cubicBezTo>
                <a:lnTo>
                  <a:pt x="101528" y="11559"/>
                </a:lnTo>
                <a:cubicBezTo>
                  <a:pt x="104674" y="13984"/>
                  <a:pt x="107440" y="16789"/>
                  <a:pt x="109828" y="19896"/>
                </a:cubicBezTo>
                <a:lnTo>
                  <a:pt x="125745" y="18873"/>
                </a:lnTo>
                <a:cubicBezTo>
                  <a:pt x="130482" y="18570"/>
                  <a:pt x="134803" y="21678"/>
                  <a:pt x="136053" y="26263"/>
                </a:cubicBezTo>
                <a:lnTo>
                  <a:pt x="138706" y="36192"/>
                </a:lnTo>
                <a:cubicBezTo>
                  <a:pt x="139919" y="40778"/>
                  <a:pt x="137759" y="45629"/>
                  <a:pt x="133476" y="47751"/>
                </a:cubicBezTo>
                <a:lnTo>
                  <a:pt x="119189" y="54800"/>
                </a:lnTo>
                <a:cubicBezTo>
                  <a:pt x="118924" y="56733"/>
                  <a:pt x="118545" y="58666"/>
                  <a:pt x="118052" y="60561"/>
                </a:cubicBezTo>
                <a:cubicBezTo>
                  <a:pt x="117559" y="62456"/>
                  <a:pt x="116877" y="64351"/>
                  <a:pt x="116157" y="66132"/>
                </a:cubicBezTo>
                <a:lnTo>
                  <a:pt x="124987" y="79396"/>
                </a:lnTo>
                <a:cubicBezTo>
                  <a:pt x="127640" y="83375"/>
                  <a:pt x="127109" y="88643"/>
                  <a:pt x="123737" y="92016"/>
                </a:cubicBezTo>
                <a:lnTo>
                  <a:pt x="116460" y="99292"/>
                </a:lnTo>
                <a:cubicBezTo>
                  <a:pt x="113087" y="102665"/>
                  <a:pt x="107819" y="103196"/>
                  <a:pt x="103840" y="100543"/>
                </a:cubicBezTo>
                <a:lnTo>
                  <a:pt x="90576" y="91713"/>
                </a:lnTo>
                <a:cubicBezTo>
                  <a:pt x="86976" y="93191"/>
                  <a:pt x="83148" y="94252"/>
                  <a:pt x="79244" y="94783"/>
                </a:cubicBezTo>
                <a:lnTo>
                  <a:pt x="72195" y="109032"/>
                </a:lnTo>
                <a:cubicBezTo>
                  <a:pt x="70073" y="113315"/>
                  <a:pt x="65222" y="115475"/>
                  <a:pt x="60637" y="114262"/>
                </a:cubicBezTo>
                <a:lnTo>
                  <a:pt x="50707" y="111609"/>
                </a:lnTo>
                <a:cubicBezTo>
                  <a:pt x="46084" y="110359"/>
                  <a:pt x="43014" y="106038"/>
                  <a:pt x="43317" y="101301"/>
                </a:cubicBezTo>
                <a:lnTo>
                  <a:pt x="44341" y="85422"/>
                </a:lnTo>
                <a:cubicBezTo>
                  <a:pt x="41195" y="82996"/>
                  <a:pt x="38428" y="80192"/>
                  <a:pt x="36041" y="77084"/>
                </a:cubicBezTo>
                <a:lnTo>
                  <a:pt x="20124" y="78108"/>
                </a:lnTo>
                <a:cubicBezTo>
                  <a:pt x="15387" y="78411"/>
                  <a:pt x="11066" y="75303"/>
                  <a:pt x="9816" y="70717"/>
                </a:cubicBezTo>
                <a:lnTo>
                  <a:pt x="7163" y="60788"/>
                </a:lnTo>
                <a:cubicBezTo>
                  <a:pt x="5950" y="56203"/>
                  <a:pt x="8110" y="51352"/>
                  <a:pt x="12393" y="49229"/>
                </a:cubicBezTo>
                <a:lnTo>
                  <a:pt x="26680" y="42180"/>
                </a:lnTo>
                <a:cubicBezTo>
                  <a:pt x="26945" y="40248"/>
                  <a:pt x="27324" y="38353"/>
                  <a:pt x="27817" y="36420"/>
                </a:cubicBezTo>
                <a:cubicBezTo>
                  <a:pt x="28348" y="34487"/>
                  <a:pt x="28954" y="32630"/>
                  <a:pt x="29712" y="30849"/>
                </a:cubicBezTo>
                <a:lnTo>
                  <a:pt x="20882" y="17623"/>
                </a:lnTo>
                <a:cubicBezTo>
                  <a:pt x="18229" y="13643"/>
                  <a:pt x="18759" y="8375"/>
                  <a:pt x="22132" y="5003"/>
                </a:cubicBezTo>
                <a:lnTo>
                  <a:pt x="29409" y="-2274"/>
                </a:lnTo>
                <a:cubicBezTo>
                  <a:pt x="32782" y="-5647"/>
                  <a:pt x="38049" y="-6177"/>
                  <a:pt x="42029" y="-3525"/>
                </a:cubicBezTo>
                <a:lnTo>
                  <a:pt x="55293" y="5306"/>
                </a:lnTo>
                <a:cubicBezTo>
                  <a:pt x="58893" y="3828"/>
                  <a:pt x="62721" y="2767"/>
                  <a:pt x="66624" y="2236"/>
                </a:cubicBezTo>
                <a:lnTo>
                  <a:pt x="73673" y="-12014"/>
                </a:lnTo>
                <a:cubicBezTo>
                  <a:pt x="75796" y="-16296"/>
                  <a:pt x="80609" y="-18456"/>
                  <a:pt x="85232" y="-17244"/>
                </a:cubicBezTo>
                <a:close/>
                <a:moveTo>
                  <a:pt x="72916" y="31834"/>
                </a:moveTo>
                <a:cubicBezTo>
                  <a:pt x="63712" y="31834"/>
                  <a:pt x="56240" y="39306"/>
                  <a:pt x="56240" y="48509"/>
                </a:cubicBezTo>
                <a:cubicBezTo>
                  <a:pt x="56240" y="57713"/>
                  <a:pt x="63712" y="65184"/>
                  <a:pt x="72916" y="65184"/>
                </a:cubicBezTo>
                <a:cubicBezTo>
                  <a:pt x="82119" y="65184"/>
                  <a:pt x="89591" y="57713"/>
                  <a:pt x="89591" y="48509"/>
                </a:cubicBezTo>
                <a:cubicBezTo>
                  <a:pt x="89591" y="39306"/>
                  <a:pt x="82119" y="31834"/>
                  <a:pt x="72916" y="31834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85" name="Text 83"/>
          <p:cNvSpPr/>
          <p:nvPr/>
        </p:nvSpPr>
        <p:spPr>
          <a:xfrm>
            <a:off x="8885643" y="7028456"/>
            <a:ext cx="2069729" cy="258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8" b="1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Pipeline Importance</a:t>
            </a:r>
            <a:endParaRPr lang="en-US" sz="1600"/>
          </a:p>
        </p:txBody>
      </p:sp>
      <p:sp>
        <p:nvSpPr>
          <p:cNvPr id="86" name="Text 84"/>
          <p:cNvSpPr/>
          <p:nvPr/>
        </p:nvSpPr>
        <p:spPr>
          <a:xfrm>
            <a:off x="8556858" y="7330292"/>
            <a:ext cx="7039236" cy="4311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8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cleaning and preprocessing takes 80% of development time; modeling only 20%. Quality data is everything.</a:t>
            </a:r>
            <a:endParaRPr lang="en-US" sz="160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ars.els-cdn.com/ff227d11d7d98ed011b96e831c70efea1d526f19.jpg"/>
          <p:cNvPicPr>
            <a:picLocks noChangeAspect="1"/>
          </p:cNvPicPr>
          <p:nvPr/>
        </p:nvPicPr>
        <p:blipFill>
          <a:blip r:embed="rId3">
            <a:alphaModFix amt="30000"/>
          </a:blip>
          <a:srcRect t="20780" b="20780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202C">
                  <a:alpha val="95000"/>
                </a:srgbClr>
              </a:gs>
              <a:gs pos="50000">
                <a:srgbClr val="1A202C">
                  <a:alpha val="90000"/>
                </a:srgbClr>
              </a:gs>
              <a:gs pos="100000">
                <a:srgbClr val="4FD1C5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08000" y="635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679450" y="7874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19050" y="0"/>
                </a:moveTo>
                <a:cubicBezTo>
                  <a:pt x="29587" y="0"/>
                  <a:pt x="38100" y="8513"/>
                  <a:pt x="38100" y="19050"/>
                </a:cubicBezTo>
                <a:lnTo>
                  <a:pt x="38100" y="28575"/>
                </a:lnTo>
                <a:lnTo>
                  <a:pt x="79177" y="18336"/>
                </a:lnTo>
                <a:cubicBezTo>
                  <a:pt x="101858" y="12680"/>
                  <a:pt x="125790" y="15300"/>
                  <a:pt x="146745" y="25777"/>
                </a:cubicBezTo>
                <a:cubicBezTo>
                  <a:pt x="174308" y="39588"/>
                  <a:pt x="206752" y="39588"/>
                  <a:pt x="234315" y="25777"/>
                </a:cubicBezTo>
                <a:lnTo>
                  <a:pt x="240030" y="22920"/>
                </a:lnTo>
                <a:cubicBezTo>
                  <a:pt x="252293" y="16728"/>
                  <a:pt x="266700" y="25658"/>
                  <a:pt x="266700" y="39350"/>
                </a:cubicBezTo>
                <a:lnTo>
                  <a:pt x="266700" y="205859"/>
                </a:lnTo>
                <a:cubicBezTo>
                  <a:pt x="266700" y="213777"/>
                  <a:pt x="261759" y="220920"/>
                  <a:pt x="254318" y="223718"/>
                </a:cubicBezTo>
                <a:lnTo>
                  <a:pt x="233660" y="231458"/>
                </a:lnTo>
                <a:cubicBezTo>
                  <a:pt x="206157" y="241756"/>
                  <a:pt x="175558" y="240149"/>
                  <a:pt x="149304" y="227052"/>
                </a:cubicBezTo>
                <a:cubicBezTo>
                  <a:pt x="126742" y="215741"/>
                  <a:pt x="100846" y="212943"/>
                  <a:pt x="76379" y="219075"/>
                </a:cubicBezTo>
                <a:lnTo>
                  <a:pt x="38100" y="228600"/>
                </a:lnTo>
                <a:lnTo>
                  <a:pt x="38100" y="285750"/>
                </a:lnTo>
                <a:cubicBezTo>
                  <a:pt x="38100" y="296287"/>
                  <a:pt x="29587" y="304800"/>
                  <a:pt x="19050" y="304800"/>
                </a:cubicBezTo>
                <a:cubicBezTo>
                  <a:pt x="8513" y="304800"/>
                  <a:pt x="0" y="296287"/>
                  <a:pt x="0" y="285750"/>
                </a:cubicBezTo>
                <a:lnTo>
                  <a:pt x="0" y="19050"/>
                </a:lnTo>
                <a:cubicBezTo>
                  <a:pt x="0" y="8513"/>
                  <a:pt x="8513" y="0"/>
                  <a:pt x="19050" y="0"/>
                </a:cubicBezTo>
                <a:close/>
                <a:moveTo>
                  <a:pt x="38100" y="111383"/>
                </a:moveTo>
                <a:lnTo>
                  <a:pt x="76200" y="103108"/>
                </a:lnTo>
                <a:lnTo>
                  <a:pt x="76200" y="142101"/>
                </a:lnTo>
                <a:lnTo>
                  <a:pt x="38100" y="150376"/>
                </a:lnTo>
                <a:lnTo>
                  <a:pt x="38100" y="189369"/>
                </a:lnTo>
                <a:lnTo>
                  <a:pt x="67151" y="182106"/>
                </a:lnTo>
                <a:cubicBezTo>
                  <a:pt x="70187" y="181332"/>
                  <a:pt x="73164" y="180677"/>
                  <a:pt x="76200" y="180142"/>
                </a:cubicBezTo>
                <a:lnTo>
                  <a:pt x="76200" y="142101"/>
                </a:lnTo>
                <a:lnTo>
                  <a:pt x="99358" y="137100"/>
                </a:lnTo>
                <a:cubicBezTo>
                  <a:pt x="104299" y="136029"/>
                  <a:pt x="109299" y="135612"/>
                  <a:pt x="114300" y="135850"/>
                </a:cubicBezTo>
                <a:lnTo>
                  <a:pt x="114300" y="97750"/>
                </a:lnTo>
                <a:cubicBezTo>
                  <a:pt x="122396" y="97988"/>
                  <a:pt x="130493" y="99298"/>
                  <a:pt x="138351" y="101560"/>
                </a:cubicBezTo>
                <a:lnTo>
                  <a:pt x="152400" y="105668"/>
                </a:lnTo>
                <a:lnTo>
                  <a:pt x="152400" y="145375"/>
                </a:lnTo>
                <a:lnTo>
                  <a:pt x="127575" y="138053"/>
                </a:lnTo>
                <a:cubicBezTo>
                  <a:pt x="123230" y="136803"/>
                  <a:pt x="118765" y="136029"/>
                  <a:pt x="114300" y="135791"/>
                </a:cubicBezTo>
                <a:lnTo>
                  <a:pt x="114300" y="178296"/>
                </a:lnTo>
                <a:cubicBezTo>
                  <a:pt x="127278" y="179427"/>
                  <a:pt x="140077" y="182285"/>
                  <a:pt x="152400" y="186869"/>
                </a:cubicBezTo>
                <a:lnTo>
                  <a:pt x="152400" y="145316"/>
                </a:lnTo>
                <a:lnTo>
                  <a:pt x="165914" y="149304"/>
                </a:lnTo>
                <a:cubicBezTo>
                  <a:pt x="173950" y="151686"/>
                  <a:pt x="182166" y="153114"/>
                  <a:pt x="190500" y="153710"/>
                </a:cubicBezTo>
                <a:lnTo>
                  <a:pt x="190500" y="115491"/>
                </a:lnTo>
                <a:cubicBezTo>
                  <a:pt x="185857" y="115014"/>
                  <a:pt x="181213" y="114121"/>
                  <a:pt x="176689" y="112812"/>
                </a:cubicBezTo>
                <a:lnTo>
                  <a:pt x="152400" y="105668"/>
                </a:lnTo>
                <a:lnTo>
                  <a:pt x="152400" y="68759"/>
                </a:lnTo>
                <a:cubicBezTo>
                  <a:pt x="144661" y="66496"/>
                  <a:pt x="137041" y="63520"/>
                  <a:pt x="129659" y="59829"/>
                </a:cubicBezTo>
                <a:cubicBezTo>
                  <a:pt x="124778" y="57388"/>
                  <a:pt x="119598" y="55662"/>
                  <a:pt x="114300" y="54590"/>
                </a:cubicBezTo>
                <a:lnTo>
                  <a:pt x="114300" y="97691"/>
                </a:lnTo>
                <a:cubicBezTo>
                  <a:pt x="106561" y="97453"/>
                  <a:pt x="98822" y="98167"/>
                  <a:pt x="91261" y="99834"/>
                </a:cubicBezTo>
                <a:lnTo>
                  <a:pt x="76200" y="103108"/>
                </a:lnTo>
                <a:lnTo>
                  <a:pt x="76200" y="58341"/>
                </a:lnTo>
                <a:lnTo>
                  <a:pt x="38100" y="67866"/>
                </a:lnTo>
                <a:lnTo>
                  <a:pt x="38100" y="111383"/>
                </a:lnTo>
                <a:close/>
                <a:moveTo>
                  <a:pt x="190500" y="199846"/>
                </a:moveTo>
                <a:cubicBezTo>
                  <a:pt x="200501" y="200739"/>
                  <a:pt x="210681" y="199430"/>
                  <a:pt x="220266" y="195798"/>
                </a:cubicBezTo>
                <a:lnTo>
                  <a:pt x="228600" y="192703"/>
                </a:lnTo>
                <a:lnTo>
                  <a:pt x="228600" y="150019"/>
                </a:lnTo>
                <a:lnTo>
                  <a:pt x="223897" y="151090"/>
                </a:lnTo>
                <a:cubicBezTo>
                  <a:pt x="212943" y="153650"/>
                  <a:pt x="201692" y="154484"/>
                  <a:pt x="190500" y="153769"/>
                </a:cubicBezTo>
                <a:lnTo>
                  <a:pt x="190500" y="199846"/>
                </a:lnTo>
                <a:close/>
                <a:moveTo>
                  <a:pt x="228600" y="110907"/>
                </a:moveTo>
                <a:lnTo>
                  <a:pt x="228600" y="68759"/>
                </a:lnTo>
                <a:cubicBezTo>
                  <a:pt x="216158" y="72390"/>
                  <a:pt x="203359" y="74176"/>
                  <a:pt x="190500" y="74176"/>
                </a:cubicBezTo>
                <a:lnTo>
                  <a:pt x="190500" y="115491"/>
                </a:lnTo>
                <a:cubicBezTo>
                  <a:pt x="198775" y="116324"/>
                  <a:pt x="207169" y="115788"/>
                  <a:pt x="215325" y="113943"/>
                </a:cubicBezTo>
                <a:lnTo>
                  <a:pt x="228600" y="110847"/>
                </a:ln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6" name="Text 3"/>
          <p:cNvSpPr/>
          <p:nvPr/>
        </p:nvSpPr>
        <p:spPr>
          <a:xfrm>
            <a:off x="1270000" y="508000"/>
            <a:ext cx="7442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kern="0" spc="14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 Summary</a:t>
            </a:r>
            <a:endParaRPr lang="en-US" sz="1600"/>
          </a:p>
        </p:txBody>
      </p:sp>
      <p:sp>
        <p:nvSpPr>
          <p:cNvPr id="7" name="Text 4"/>
          <p:cNvSpPr/>
          <p:nvPr/>
        </p:nvSpPr>
        <p:spPr>
          <a:xfrm>
            <a:off x="1270000" y="762000"/>
            <a:ext cx="76581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Conclusion &amp; Future Work</a:t>
            </a:r>
            <a:endParaRPr lang="en-US" sz="1600"/>
          </a:p>
        </p:txBody>
      </p:sp>
      <p:sp>
        <p:nvSpPr>
          <p:cNvPr id="8" name="Shape 5"/>
          <p:cNvSpPr/>
          <p:nvPr/>
        </p:nvSpPr>
        <p:spPr>
          <a:xfrm>
            <a:off x="508000" y="1524000"/>
            <a:ext cx="1625600" cy="50800"/>
          </a:xfrm>
          <a:custGeom>
            <a:avLst/>
            <a:gdLst/>
            <a:ahLst/>
            <a:cxnLst/>
            <a:rect l="l" t="t" r="r" b="b"/>
            <a:pathLst>
              <a:path w="1625600" h="50800">
                <a:moveTo>
                  <a:pt x="0" y="0"/>
                </a:moveTo>
                <a:lnTo>
                  <a:pt x="1625600" y="0"/>
                </a:lnTo>
                <a:lnTo>
                  <a:pt x="16256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9" name="Shape 6"/>
          <p:cNvSpPr/>
          <p:nvPr/>
        </p:nvSpPr>
        <p:spPr>
          <a:xfrm>
            <a:off x="533400" y="1778000"/>
            <a:ext cx="4914900" cy="4572000"/>
          </a:xfrm>
          <a:custGeom>
            <a:avLst/>
            <a:gdLst/>
            <a:ahLst/>
            <a:cxnLst/>
            <a:rect l="l" t="t" r="r" b="b"/>
            <a:pathLst>
              <a:path w="4914900" h="4572000">
                <a:moveTo>
                  <a:pt x="50800" y="0"/>
                </a:moveTo>
                <a:lnTo>
                  <a:pt x="4762515" y="0"/>
                </a:lnTo>
                <a:cubicBezTo>
                  <a:pt x="4846675" y="0"/>
                  <a:pt x="4914900" y="68225"/>
                  <a:pt x="4914900" y="152385"/>
                </a:cubicBezTo>
                <a:lnTo>
                  <a:pt x="4914900" y="4419615"/>
                </a:lnTo>
                <a:cubicBezTo>
                  <a:pt x="4914900" y="4503775"/>
                  <a:pt x="4846675" y="4572000"/>
                  <a:pt x="4762515" y="4572000"/>
                </a:cubicBezTo>
                <a:lnTo>
                  <a:pt x="50800" y="4572000"/>
                </a:lnTo>
                <a:cubicBezTo>
                  <a:pt x="22763" y="4572000"/>
                  <a:pt x="0" y="4549237"/>
                  <a:pt x="0" y="4521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D3748">
              <a:alpha val="80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533400" y="1778000"/>
            <a:ext cx="50800" cy="4572000"/>
          </a:xfrm>
          <a:custGeom>
            <a:avLst/>
            <a:gdLst/>
            <a:ahLst/>
            <a:cxnLst/>
            <a:rect l="l" t="t" r="r" b="b"/>
            <a:pathLst>
              <a:path w="50800" h="4572000">
                <a:moveTo>
                  <a:pt x="50800" y="0"/>
                </a:moveTo>
                <a:lnTo>
                  <a:pt x="50800" y="0"/>
                </a:lnTo>
                <a:lnTo>
                  <a:pt x="50800" y="4572000"/>
                </a:lnTo>
                <a:lnTo>
                  <a:pt x="50800" y="4572000"/>
                </a:lnTo>
                <a:cubicBezTo>
                  <a:pt x="22763" y="4572000"/>
                  <a:pt x="0" y="4549237"/>
                  <a:pt x="0" y="4521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11" name="Shape 8"/>
          <p:cNvSpPr/>
          <p:nvPr/>
        </p:nvSpPr>
        <p:spPr>
          <a:xfrm>
            <a:off x="812800" y="19939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381000"/>
                </a:moveTo>
                <a:cubicBezTo>
                  <a:pt x="295640" y="381000"/>
                  <a:pt x="381000" y="295640"/>
                  <a:pt x="381000" y="190500"/>
                </a:cubicBezTo>
                <a:cubicBezTo>
                  <a:pt x="381000" y="85360"/>
                  <a:pt x="295640" y="0"/>
                  <a:pt x="190500" y="0"/>
                </a:cubicBezTo>
                <a:cubicBezTo>
                  <a:pt x="85360" y="0"/>
                  <a:pt x="0" y="85360"/>
                  <a:pt x="0" y="190500"/>
                </a:cubicBezTo>
                <a:cubicBezTo>
                  <a:pt x="0" y="295640"/>
                  <a:pt x="85360" y="381000"/>
                  <a:pt x="190500" y="381000"/>
                </a:cubicBezTo>
                <a:close/>
                <a:moveTo>
                  <a:pt x="253305" y="158279"/>
                </a:moveTo>
                <a:lnTo>
                  <a:pt x="193774" y="253529"/>
                </a:lnTo>
                <a:cubicBezTo>
                  <a:pt x="190649" y="258514"/>
                  <a:pt x="185291" y="261640"/>
                  <a:pt x="179412" y="261938"/>
                </a:cubicBezTo>
                <a:cubicBezTo>
                  <a:pt x="173534" y="262235"/>
                  <a:pt x="167878" y="259556"/>
                  <a:pt x="164381" y="254794"/>
                </a:cubicBezTo>
                <a:lnTo>
                  <a:pt x="128662" y="207169"/>
                </a:lnTo>
                <a:cubicBezTo>
                  <a:pt x="122709" y="199281"/>
                  <a:pt x="124346" y="188119"/>
                  <a:pt x="132234" y="182166"/>
                </a:cubicBezTo>
                <a:cubicBezTo>
                  <a:pt x="140122" y="176212"/>
                  <a:pt x="151284" y="177850"/>
                  <a:pt x="157237" y="185738"/>
                </a:cubicBezTo>
                <a:lnTo>
                  <a:pt x="177329" y="212527"/>
                </a:lnTo>
                <a:lnTo>
                  <a:pt x="223019" y="139378"/>
                </a:lnTo>
                <a:cubicBezTo>
                  <a:pt x="228228" y="131043"/>
                  <a:pt x="239241" y="128439"/>
                  <a:pt x="247650" y="133722"/>
                </a:cubicBezTo>
                <a:cubicBezTo>
                  <a:pt x="256059" y="139005"/>
                  <a:pt x="258589" y="149944"/>
                  <a:pt x="253305" y="158353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12" name="Text 9"/>
          <p:cNvSpPr/>
          <p:nvPr/>
        </p:nvSpPr>
        <p:spPr>
          <a:xfrm>
            <a:off x="1390650" y="1981200"/>
            <a:ext cx="25527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Summary</a:t>
            </a:r>
            <a:endParaRPr lang="en-US" sz="1600"/>
          </a:p>
        </p:txBody>
      </p:sp>
      <p:sp>
        <p:nvSpPr>
          <p:cNvPr id="13" name="Shape 10"/>
          <p:cNvSpPr/>
          <p:nvPr/>
        </p:nvSpPr>
        <p:spPr>
          <a:xfrm>
            <a:off x="762000" y="2540000"/>
            <a:ext cx="4483100" cy="812800"/>
          </a:xfrm>
          <a:custGeom>
            <a:avLst/>
            <a:gdLst/>
            <a:ahLst/>
            <a:cxnLst/>
            <a:rect l="l" t="t" r="r" b="b"/>
            <a:pathLst>
              <a:path w="4483100" h="812800">
                <a:moveTo>
                  <a:pt x="101600" y="0"/>
                </a:moveTo>
                <a:lnTo>
                  <a:pt x="4381500" y="0"/>
                </a:lnTo>
                <a:cubicBezTo>
                  <a:pt x="4437575" y="0"/>
                  <a:pt x="4483100" y="45525"/>
                  <a:pt x="4483100" y="101600"/>
                </a:cubicBezTo>
                <a:lnTo>
                  <a:pt x="4483100" y="711200"/>
                </a:lnTo>
                <a:cubicBezTo>
                  <a:pt x="4483100" y="767275"/>
                  <a:pt x="4437575" y="812800"/>
                  <a:pt x="4381500" y="812800"/>
                </a:cubicBezTo>
                <a:lnTo>
                  <a:pt x="101600" y="812800"/>
                </a:lnTo>
                <a:cubicBezTo>
                  <a:pt x="45525" y="812800"/>
                  <a:pt x="0" y="767275"/>
                  <a:pt x="0" y="7112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1A202C"/>
          </a:solidFill>
          <a:ln/>
        </p:spPr>
      </p:sp>
      <p:sp>
        <p:nvSpPr>
          <p:cNvPr id="14" name="Text 11"/>
          <p:cNvSpPr/>
          <p:nvPr/>
        </p:nvSpPr>
        <p:spPr>
          <a:xfrm>
            <a:off x="863600" y="2641600"/>
            <a:ext cx="4368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</a:t>
            </a:r>
            <a:endParaRPr lang="en-US" sz="1600"/>
          </a:p>
        </p:txBody>
      </p:sp>
      <p:sp>
        <p:nvSpPr>
          <p:cNvPr id="15" name="Text 12"/>
          <p:cNvSpPr/>
          <p:nvPr/>
        </p:nvSpPr>
        <p:spPr>
          <a:xfrm>
            <a:off x="863600" y="2946400"/>
            <a:ext cx="4381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Predict temperature accurately for global cities</a:t>
            </a:r>
            <a:endParaRPr lang="en-US" sz="1600"/>
          </a:p>
        </p:txBody>
      </p:sp>
      <p:sp>
        <p:nvSpPr>
          <p:cNvPr id="16" name="Shape 13"/>
          <p:cNvSpPr/>
          <p:nvPr/>
        </p:nvSpPr>
        <p:spPr>
          <a:xfrm>
            <a:off x="762000" y="3454400"/>
            <a:ext cx="4483100" cy="812800"/>
          </a:xfrm>
          <a:custGeom>
            <a:avLst/>
            <a:gdLst/>
            <a:ahLst/>
            <a:cxnLst/>
            <a:rect l="l" t="t" r="r" b="b"/>
            <a:pathLst>
              <a:path w="4483100" h="812800">
                <a:moveTo>
                  <a:pt x="101600" y="0"/>
                </a:moveTo>
                <a:lnTo>
                  <a:pt x="4381500" y="0"/>
                </a:lnTo>
                <a:cubicBezTo>
                  <a:pt x="4437575" y="0"/>
                  <a:pt x="4483100" y="45525"/>
                  <a:pt x="4483100" y="101600"/>
                </a:cubicBezTo>
                <a:lnTo>
                  <a:pt x="4483100" y="711200"/>
                </a:lnTo>
                <a:cubicBezTo>
                  <a:pt x="4483100" y="767275"/>
                  <a:pt x="4437575" y="812800"/>
                  <a:pt x="4381500" y="812800"/>
                </a:cubicBezTo>
                <a:lnTo>
                  <a:pt x="101600" y="812800"/>
                </a:lnTo>
                <a:cubicBezTo>
                  <a:pt x="45525" y="812800"/>
                  <a:pt x="0" y="767275"/>
                  <a:pt x="0" y="7112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1A202C"/>
          </a:solidFill>
          <a:ln/>
        </p:spPr>
      </p:sp>
      <p:sp>
        <p:nvSpPr>
          <p:cNvPr id="17" name="Text 14"/>
          <p:cNvSpPr/>
          <p:nvPr/>
        </p:nvSpPr>
        <p:spPr>
          <a:xfrm>
            <a:off x="863600" y="3556000"/>
            <a:ext cx="4368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Solution</a:t>
            </a:r>
            <a:endParaRPr lang="en-US" sz="1600"/>
          </a:p>
        </p:txBody>
      </p:sp>
      <p:sp>
        <p:nvSpPr>
          <p:cNvPr id="18" name="Text 15"/>
          <p:cNvSpPr/>
          <p:nvPr/>
        </p:nvSpPr>
        <p:spPr>
          <a:xfrm>
            <a:off x="863600" y="3860800"/>
            <a:ext cx="4381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End-to-end IoT platform with ML forecasting</a:t>
            </a:r>
            <a:endParaRPr lang="en-US" sz="1600"/>
          </a:p>
        </p:txBody>
      </p:sp>
      <p:sp>
        <p:nvSpPr>
          <p:cNvPr id="19" name="Shape 16"/>
          <p:cNvSpPr/>
          <p:nvPr/>
        </p:nvSpPr>
        <p:spPr>
          <a:xfrm>
            <a:off x="762000" y="4368800"/>
            <a:ext cx="4483100" cy="812800"/>
          </a:xfrm>
          <a:custGeom>
            <a:avLst/>
            <a:gdLst/>
            <a:ahLst/>
            <a:cxnLst/>
            <a:rect l="l" t="t" r="r" b="b"/>
            <a:pathLst>
              <a:path w="4483100" h="812800">
                <a:moveTo>
                  <a:pt x="101600" y="0"/>
                </a:moveTo>
                <a:lnTo>
                  <a:pt x="4381500" y="0"/>
                </a:lnTo>
                <a:cubicBezTo>
                  <a:pt x="4437575" y="0"/>
                  <a:pt x="4483100" y="45525"/>
                  <a:pt x="4483100" y="101600"/>
                </a:cubicBezTo>
                <a:lnTo>
                  <a:pt x="4483100" y="711200"/>
                </a:lnTo>
                <a:cubicBezTo>
                  <a:pt x="4483100" y="767275"/>
                  <a:pt x="4437575" y="812800"/>
                  <a:pt x="4381500" y="812800"/>
                </a:cubicBezTo>
                <a:lnTo>
                  <a:pt x="101600" y="812800"/>
                </a:lnTo>
                <a:cubicBezTo>
                  <a:pt x="45525" y="812800"/>
                  <a:pt x="0" y="767275"/>
                  <a:pt x="0" y="7112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1A202C"/>
          </a:solidFill>
          <a:ln/>
        </p:spPr>
      </p:sp>
      <p:sp>
        <p:nvSpPr>
          <p:cNvPr id="20" name="Text 17"/>
          <p:cNvSpPr/>
          <p:nvPr/>
        </p:nvSpPr>
        <p:spPr>
          <a:xfrm>
            <a:off x="863600" y="4470400"/>
            <a:ext cx="4368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</a:t>
            </a:r>
            <a:endParaRPr lang="en-US" sz="1600"/>
          </a:p>
        </p:txBody>
      </p:sp>
      <p:sp>
        <p:nvSpPr>
          <p:cNvPr id="21" name="Text 18"/>
          <p:cNvSpPr/>
          <p:nvPr/>
        </p:nvSpPr>
        <p:spPr>
          <a:xfrm>
            <a:off x="863600" y="4775200"/>
            <a:ext cx="4381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>
                <a:solidFill>
                  <a:srgbClr val="4FD1C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1.82°C MAE (exceeds 2°C target)</a:t>
            </a:r>
            <a:endParaRPr lang="en-US" sz="1600"/>
          </a:p>
        </p:txBody>
      </p:sp>
      <p:sp>
        <p:nvSpPr>
          <p:cNvPr id="22" name="Shape 19"/>
          <p:cNvSpPr/>
          <p:nvPr/>
        </p:nvSpPr>
        <p:spPr>
          <a:xfrm>
            <a:off x="762000" y="5283200"/>
            <a:ext cx="4483100" cy="812800"/>
          </a:xfrm>
          <a:custGeom>
            <a:avLst/>
            <a:gdLst/>
            <a:ahLst/>
            <a:cxnLst/>
            <a:rect l="l" t="t" r="r" b="b"/>
            <a:pathLst>
              <a:path w="4483100" h="812800">
                <a:moveTo>
                  <a:pt x="101600" y="0"/>
                </a:moveTo>
                <a:lnTo>
                  <a:pt x="4381500" y="0"/>
                </a:lnTo>
                <a:cubicBezTo>
                  <a:pt x="4437575" y="0"/>
                  <a:pt x="4483100" y="45525"/>
                  <a:pt x="4483100" y="101600"/>
                </a:cubicBezTo>
                <a:lnTo>
                  <a:pt x="4483100" y="711200"/>
                </a:lnTo>
                <a:cubicBezTo>
                  <a:pt x="4483100" y="767275"/>
                  <a:pt x="4437575" y="812800"/>
                  <a:pt x="4381500" y="812800"/>
                </a:cubicBezTo>
                <a:lnTo>
                  <a:pt x="101600" y="812800"/>
                </a:lnTo>
                <a:cubicBezTo>
                  <a:pt x="45525" y="812800"/>
                  <a:pt x="0" y="767275"/>
                  <a:pt x="0" y="7112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1A202C"/>
          </a:solidFill>
          <a:ln/>
        </p:spPr>
      </p:sp>
      <p:sp>
        <p:nvSpPr>
          <p:cNvPr id="23" name="Text 20"/>
          <p:cNvSpPr/>
          <p:nvPr/>
        </p:nvSpPr>
        <p:spPr>
          <a:xfrm>
            <a:off x="863600" y="5384800"/>
            <a:ext cx="4368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Users</a:t>
            </a:r>
            <a:endParaRPr lang="en-US" sz="1600"/>
          </a:p>
        </p:txBody>
      </p:sp>
      <p:sp>
        <p:nvSpPr>
          <p:cNvPr id="24" name="Text 21"/>
          <p:cNvSpPr/>
          <p:nvPr/>
        </p:nvSpPr>
        <p:spPr>
          <a:xfrm>
            <a:off x="863600" y="5689600"/>
            <a:ext cx="4381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>
                <a:solidFill>
                  <a:srgbClr val="4FD1C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weather-iot.duckdns.org</a:t>
            </a:r>
            <a:endParaRPr lang="en-US" sz="1600"/>
          </a:p>
        </p:txBody>
      </p:sp>
      <p:sp>
        <p:nvSpPr>
          <p:cNvPr id="25" name="Shape 22"/>
          <p:cNvSpPr/>
          <p:nvPr/>
        </p:nvSpPr>
        <p:spPr>
          <a:xfrm>
            <a:off x="5681133" y="1778000"/>
            <a:ext cx="4914900" cy="4572000"/>
          </a:xfrm>
          <a:custGeom>
            <a:avLst/>
            <a:gdLst/>
            <a:ahLst/>
            <a:cxnLst/>
            <a:rect l="l" t="t" r="r" b="b"/>
            <a:pathLst>
              <a:path w="4914900" h="4572000">
                <a:moveTo>
                  <a:pt x="50800" y="0"/>
                </a:moveTo>
                <a:lnTo>
                  <a:pt x="4762515" y="0"/>
                </a:lnTo>
                <a:cubicBezTo>
                  <a:pt x="4846675" y="0"/>
                  <a:pt x="4914900" y="68225"/>
                  <a:pt x="4914900" y="152385"/>
                </a:cubicBezTo>
                <a:lnTo>
                  <a:pt x="4914900" y="4419615"/>
                </a:lnTo>
                <a:cubicBezTo>
                  <a:pt x="4914900" y="4503775"/>
                  <a:pt x="4846675" y="4572000"/>
                  <a:pt x="4762515" y="4572000"/>
                </a:cubicBezTo>
                <a:lnTo>
                  <a:pt x="50800" y="4572000"/>
                </a:lnTo>
                <a:cubicBezTo>
                  <a:pt x="22763" y="4572000"/>
                  <a:pt x="0" y="4549237"/>
                  <a:pt x="0" y="4521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D3748">
              <a:alpha val="8000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5681133" y="1778000"/>
            <a:ext cx="50800" cy="4572000"/>
          </a:xfrm>
          <a:custGeom>
            <a:avLst/>
            <a:gdLst/>
            <a:ahLst/>
            <a:cxnLst/>
            <a:rect l="l" t="t" r="r" b="b"/>
            <a:pathLst>
              <a:path w="50800" h="4572000">
                <a:moveTo>
                  <a:pt x="50800" y="0"/>
                </a:moveTo>
                <a:lnTo>
                  <a:pt x="50800" y="0"/>
                </a:lnTo>
                <a:lnTo>
                  <a:pt x="50800" y="4572000"/>
                </a:lnTo>
                <a:lnTo>
                  <a:pt x="50800" y="4572000"/>
                </a:lnTo>
                <a:cubicBezTo>
                  <a:pt x="22763" y="4572000"/>
                  <a:pt x="0" y="4549237"/>
                  <a:pt x="0" y="4521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27" name="Shape 24"/>
          <p:cNvSpPr/>
          <p:nvPr/>
        </p:nvSpPr>
        <p:spPr>
          <a:xfrm>
            <a:off x="5960533" y="19939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238125"/>
                </a:moveTo>
                <a:lnTo>
                  <a:pt x="18231" y="238125"/>
                </a:lnTo>
                <a:cubicBezTo>
                  <a:pt x="-298" y="238125"/>
                  <a:pt x="-11683" y="217959"/>
                  <a:pt x="-2158" y="202034"/>
                </a:cubicBezTo>
                <a:lnTo>
                  <a:pt x="37207" y="136401"/>
                </a:lnTo>
                <a:cubicBezTo>
                  <a:pt x="43681" y="125611"/>
                  <a:pt x="55290" y="119063"/>
                  <a:pt x="67866" y="119063"/>
                </a:cubicBezTo>
                <a:lnTo>
                  <a:pt x="138559" y="119063"/>
                </a:lnTo>
                <a:cubicBezTo>
                  <a:pt x="195188" y="23143"/>
                  <a:pt x="279648" y="18306"/>
                  <a:pt x="336128" y="26566"/>
                </a:cubicBezTo>
                <a:cubicBezTo>
                  <a:pt x="345653" y="27980"/>
                  <a:pt x="353095" y="35421"/>
                  <a:pt x="354434" y="44872"/>
                </a:cubicBezTo>
                <a:cubicBezTo>
                  <a:pt x="362694" y="101352"/>
                  <a:pt x="357857" y="185812"/>
                  <a:pt x="261938" y="242441"/>
                </a:cubicBezTo>
                <a:lnTo>
                  <a:pt x="261938" y="313134"/>
                </a:lnTo>
                <a:cubicBezTo>
                  <a:pt x="261938" y="325710"/>
                  <a:pt x="255389" y="337319"/>
                  <a:pt x="244599" y="343793"/>
                </a:cubicBezTo>
                <a:lnTo>
                  <a:pt x="178966" y="383158"/>
                </a:lnTo>
                <a:cubicBezTo>
                  <a:pt x="163116" y="392683"/>
                  <a:pt x="142875" y="381223"/>
                  <a:pt x="142875" y="362769"/>
                </a:cubicBezTo>
                <a:lnTo>
                  <a:pt x="142875" y="285750"/>
                </a:lnTo>
                <a:cubicBezTo>
                  <a:pt x="142875" y="259482"/>
                  <a:pt x="121518" y="238125"/>
                  <a:pt x="95250" y="238125"/>
                </a:cubicBezTo>
                <a:lnTo>
                  <a:pt x="95176" y="238125"/>
                </a:lnTo>
                <a:close/>
                <a:moveTo>
                  <a:pt x="297656" y="119063"/>
                </a:moveTo>
                <a:cubicBezTo>
                  <a:pt x="297656" y="99349"/>
                  <a:pt x="281651" y="83344"/>
                  <a:pt x="261938" y="83344"/>
                </a:cubicBezTo>
                <a:cubicBezTo>
                  <a:pt x="242224" y="83344"/>
                  <a:pt x="226219" y="99349"/>
                  <a:pt x="226219" y="119063"/>
                </a:cubicBezTo>
                <a:cubicBezTo>
                  <a:pt x="226219" y="138776"/>
                  <a:pt x="242224" y="154781"/>
                  <a:pt x="261938" y="154781"/>
                </a:cubicBezTo>
                <a:cubicBezTo>
                  <a:pt x="281651" y="154781"/>
                  <a:pt x="297656" y="138776"/>
                  <a:pt x="297656" y="119063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28" name="Text 25"/>
          <p:cNvSpPr/>
          <p:nvPr/>
        </p:nvSpPr>
        <p:spPr>
          <a:xfrm>
            <a:off x="6538383" y="1981200"/>
            <a:ext cx="18923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Future Work</a:t>
            </a:r>
            <a:endParaRPr lang="en-US" sz="1600"/>
          </a:p>
        </p:txBody>
      </p:sp>
      <p:sp>
        <p:nvSpPr>
          <p:cNvPr id="29" name="Shape 26"/>
          <p:cNvSpPr/>
          <p:nvPr/>
        </p:nvSpPr>
        <p:spPr>
          <a:xfrm>
            <a:off x="5909733" y="2540000"/>
            <a:ext cx="4483100" cy="660400"/>
          </a:xfrm>
          <a:custGeom>
            <a:avLst/>
            <a:gdLst/>
            <a:ahLst/>
            <a:cxnLst/>
            <a:rect l="l" t="t" r="r" b="b"/>
            <a:pathLst>
              <a:path w="4483100" h="660400">
                <a:moveTo>
                  <a:pt x="50798" y="0"/>
                </a:moveTo>
                <a:lnTo>
                  <a:pt x="4432302" y="0"/>
                </a:lnTo>
                <a:cubicBezTo>
                  <a:pt x="4460357" y="0"/>
                  <a:pt x="4483100" y="22743"/>
                  <a:pt x="4483100" y="50798"/>
                </a:cubicBezTo>
                <a:lnTo>
                  <a:pt x="4483100" y="609602"/>
                </a:lnTo>
                <a:cubicBezTo>
                  <a:pt x="4483100" y="637657"/>
                  <a:pt x="4460357" y="660400"/>
                  <a:pt x="4432302" y="660400"/>
                </a:cubicBezTo>
                <a:lnTo>
                  <a:pt x="50798" y="660400"/>
                </a:lnTo>
                <a:cubicBezTo>
                  <a:pt x="22743" y="660400"/>
                  <a:pt x="0" y="637657"/>
                  <a:pt x="0" y="6096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1A202C"/>
          </a:solidFill>
          <a:ln/>
        </p:spPr>
      </p:sp>
      <p:sp>
        <p:nvSpPr>
          <p:cNvPr id="30" name="Shape 27"/>
          <p:cNvSpPr/>
          <p:nvPr/>
        </p:nvSpPr>
        <p:spPr>
          <a:xfrm>
            <a:off x="6011333" y="26670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61119" y="8334"/>
                </a:moveTo>
                <a:cubicBezTo>
                  <a:pt x="61119" y="3716"/>
                  <a:pt x="57403" y="0"/>
                  <a:pt x="52784" y="0"/>
                </a:cubicBezTo>
                <a:cubicBezTo>
                  <a:pt x="48166" y="0"/>
                  <a:pt x="44450" y="3716"/>
                  <a:pt x="44450" y="8334"/>
                </a:cubicBezTo>
                <a:lnTo>
                  <a:pt x="44450" y="22225"/>
                </a:lnTo>
                <a:cubicBezTo>
                  <a:pt x="32192" y="22225"/>
                  <a:pt x="22225" y="32192"/>
                  <a:pt x="22225" y="44450"/>
                </a:cubicBezTo>
                <a:lnTo>
                  <a:pt x="8334" y="44450"/>
                </a:lnTo>
                <a:cubicBezTo>
                  <a:pt x="3716" y="44450"/>
                  <a:pt x="0" y="48166"/>
                  <a:pt x="0" y="52784"/>
                </a:cubicBezTo>
                <a:cubicBezTo>
                  <a:pt x="0" y="57403"/>
                  <a:pt x="3716" y="61119"/>
                  <a:pt x="8334" y="61119"/>
                </a:cubicBezTo>
                <a:lnTo>
                  <a:pt x="22225" y="61119"/>
                </a:lnTo>
                <a:lnTo>
                  <a:pt x="22225" y="80566"/>
                </a:lnTo>
                <a:lnTo>
                  <a:pt x="8334" y="80566"/>
                </a:lnTo>
                <a:cubicBezTo>
                  <a:pt x="3716" y="80566"/>
                  <a:pt x="0" y="84281"/>
                  <a:pt x="0" y="88900"/>
                </a:cubicBezTo>
                <a:cubicBezTo>
                  <a:pt x="0" y="93519"/>
                  <a:pt x="3716" y="97234"/>
                  <a:pt x="8334" y="97234"/>
                </a:cubicBezTo>
                <a:lnTo>
                  <a:pt x="22225" y="97234"/>
                </a:lnTo>
                <a:lnTo>
                  <a:pt x="22225" y="116681"/>
                </a:lnTo>
                <a:lnTo>
                  <a:pt x="8334" y="116681"/>
                </a:lnTo>
                <a:cubicBezTo>
                  <a:pt x="3716" y="116681"/>
                  <a:pt x="0" y="120397"/>
                  <a:pt x="0" y="125016"/>
                </a:cubicBezTo>
                <a:cubicBezTo>
                  <a:pt x="0" y="129634"/>
                  <a:pt x="3716" y="133350"/>
                  <a:pt x="8334" y="133350"/>
                </a:cubicBezTo>
                <a:lnTo>
                  <a:pt x="22225" y="133350"/>
                </a:lnTo>
                <a:cubicBezTo>
                  <a:pt x="22225" y="145608"/>
                  <a:pt x="32192" y="155575"/>
                  <a:pt x="44450" y="155575"/>
                </a:cubicBezTo>
                <a:lnTo>
                  <a:pt x="44450" y="169466"/>
                </a:lnTo>
                <a:cubicBezTo>
                  <a:pt x="44450" y="174084"/>
                  <a:pt x="48166" y="177800"/>
                  <a:pt x="52784" y="177800"/>
                </a:cubicBezTo>
                <a:cubicBezTo>
                  <a:pt x="57403" y="177800"/>
                  <a:pt x="61119" y="174084"/>
                  <a:pt x="61119" y="169466"/>
                </a:cubicBezTo>
                <a:lnTo>
                  <a:pt x="61119" y="155575"/>
                </a:lnTo>
                <a:lnTo>
                  <a:pt x="80566" y="155575"/>
                </a:lnTo>
                <a:lnTo>
                  <a:pt x="80566" y="169466"/>
                </a:lnTo>
                <a:cubicBezTo>
                  <a:pt x="80566" y="174084"/>
                  <a:pt x="84281" y="177800"/>
                  <a:pt x="88900" y="177800"/>
                </a:cubicBezTo>
                <a:cubicBezTo>
                  <a:pt x="93519" y="177800"/>
                  <a:pt x="97234" y="174084"/>
                  <a:pt x="97234" y="169466"/>
                </a:cubicBezTo>
                <a:lnTo>
                  <a:pt x="97234" y="155575"/>
                </a:lnTo>
                <a:lnTo>
                  <a:pt x="116681" y="155575"/>
                </a:lnTo>
                <a:lnTo>
                  <a:pt x="116681" y="169466"/>
                </a:lnTo>
                <a:cubicBezTo>
                  <a:pt x="116681" y="174084"/>
                  <a:pt x="120397" y="177800"/>
                  <a:pt x="125016" y="177800"/>
                </a:cubicBezTo>
                <a:cubicBezTo>
                  <a:pt x="129634" y="177800"/>
                  <a:pt x="133350" y="174084"/>
                  <a:pt x="133350" y="169466"/>
                </a:cubicBezTo>
                <a:lnTo>
                  <a:pt x="133350" y="155575"/>
                </a:lnTo>
                <a:cubicBezTo>
                  <a:pt x="145608" y="155575"/>
                  <a:pt x="155575" y="145608"/>
                  <a:pt x="155575" y="133350"/>
                </a:cubicBezTo>
                <a:lnTo>
                  <a:pt x="169466" y="133350"/>
                </a:lnTo>
                <a:cubicBezTo>
                  <a:pt x="174084" y="133350"/>
                  <a:pt x="177800" y="129634"/>
                  <a:pt x="177800" y="125016"/>
                </a:cubicBezTo>
                <a:cubicBezTo>
                  <a:pt x="177800" y="120397"/>
                  <a:pt x="174084" y="116681"/>
                  <a:pt x="169466" y="116681"/>
                </a:cubicBezTo>
                <a:lnTo>
                  <a:pt x="155575" y="116681"/>
                </a:lnTo>
                <a:lnTo>
                  <a:pt x="155575" y="97234"/>
                </a:lnTo>
                <a:lnTo>
                  <a:pt x="169466" y="97234"/>
                </a:lnTo>
                <a:cubicBezTo>
                  <a:pt x="174084" y="97234"/>
                  <a:pt x="177800" y="93519"/>
                  <a:pt x="177800" y="88900"/>
                </a:cubicBezTo>
                <a:cubicBezTo>
                  <a:pt x="177800" y="84281"/>
                  <a:pt x="174084" y="80566"/>
                  <a:pt x="169466" y="80566"/>
                </a:cubicBezTo>
                <a:lnTo>
                  <a:pt x="155575" y="80566"/>
                </a:lnTo>
                <a:lnTo>
                  <a:pt x="155575" y="61119"/>
                </a:lnTo>
                <a:lnTo>
                  <a:pt x="169466" y="61119"/>
                </a:lnTo>
                <a:cubicBezTo>
                  <a:pt x="174084" y="61119"/>
                  <a:pt x="177800" y="57403"/>
                  <a:pt x="177800" y="52784"/>
                </a:cubicBezTo>
                <a:cubicBezTo>
                  <a:pt x="177800" y="48166"/>
                  <a:pt x="174084" y="44450"/>
                  <a:pt x="169466" y="44450"/>
                </a:cubicBezTo>
                <a:lnTo>
                  <a:pt x="155575" y="44450"/>
                </a:lnTo>
                <a:cubicBezTo>
                  <a:pt x="155575" y="32192"/>
                  <a:pt x="145608" y="22225"/>
                  <a:pt x="133350" y="22225"/>
                </a:cubicBezTo>
                <a:lnTo>
                  <a:pt x="133350" y="8334"/>
                </a:lnTo>
                <a:cubicBezTo>
                  <a:pt x="133350" y="3716"/>
                  <a:pt x="129634" y="0"/>
                  <a:pt x="125016" y="0"/>
                </a:cubicBezTo>
                <a:cubicBezTo>
                  <a:pt x="120397" y="0"/>
                  <a:pt x="116681" y="3716"/>
                  <a:pt x="116681" y="8334"/>
                </a:cubicBezTo>
                <a:lnTo>
                  <a:pt x="116681" y="22225"/>
                </a:lnTo>
                <a:lnTo>
                  <a:pt x="97234" y="22225"/>
                </a:lnTo>
                <a:lnTo>
                  <a:pt x="97234" y="8334"/>
                </a:lnTo>
                <a:cubicBezTo>
                  <a:pt x="97234" y="3716"/>
                  <a:pt x="93519" y="0"/>
                  <a:pt x="88900" y="0"/>
                </a:cubicBezTo>
                <a:cubicBezTo>
                  <a:pt x="84281" y="0"/>
                  <a:pt x="80566" y="3716"/>
                  <a:pt x="80566" y="8334"/>
                </a:cubicBezTo>
                <a:lnTo>
                  <a:pt x="80566" y="22225"/>
                </a:lnTo>
                <a:lnTo>
                  <a:pt x="61119" y="22225"/>
                </a:lnTo>
                <a:lnTo>
                  <a:pt x="61119" y="8334"/>
                </a:lnTo>
                <a:close/>
                <a:moveTo>
                  <a:pt x="55563" y="44450"/>
                </a:moveTo>
                <a:lnTo>
                  <a:pt x="122238" y="44450"/>
                </a:lnTo>
                <a:cubicBezTo>
                  <a:pt x="128384" y="44450"/>
                  <a:pt x="133350" y="49416"/>
                  <a:pt x="133350" y="55563"/>
                </a:cubicBezTo>
                <a:lnTo>
                  <a:pt x="133350" y="122238"/>
                </a:lnTo>
                <a:cubicBezTo>
                  <a:pt x="133350" y="128384"/>
                  <a:pt x="128384" y="133350"/>
                  <a:pt x="122238" y="133350"/>
                </a:cubicBezTo>
                <a:lnTo>
                  <a:pt x="55563" y="133350"/>
                </a:lnTo>
                <a:cubicBezTo>
                  <a:pt x="49416" y="133350"/>
                  <a:pt x="44450" y="128384"/>
                  <a:pt x="44450" y="122238"/>
                </a:cubicBezTo>
                <a:lnTo>
                  <a:pt x="44450" y="55563"/>
                </a:lnTo>
                <a:cubicBezTo>
                  <a:pt x="44450" y="49416"/>
                  <a:pt x="49416" y="44450"/>
                  <a:pt x="55563" y="44450"/>
                </a:cubicBezTo>
                <a:close/>
                <a:moveTo>
                  <a:pt x="61119" y="61119"/>
                </a:moveTo>
                <a:lnTo>
                  <a:pt x="61119" y="116681"/>
                </a:lnTo>
                <a:lnTo>
                  <a:pt x="116681" y="116681"/>
                </a:lnTo>
                <a:lnTo>
                  <a:pt x="116681" y="61119"/>
                </a:lnTo>
                <a:lnTo>
                  <a:pt x="61119" y="61119"/>
                </a:ln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31" name="Text 28"/>
          <p:cNvSpPr/>
          <p:nvPr/>
        </p:nvSpPr>
        <p:spPr>
          <a:xfrm>
            <a:off x="6309783" y="2616200"/>
            <a:ext cx="41021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 IoT Sensors:</a:t>
            </a:r>
            <a:r>
              <a:rPr lang="en-US" sz="140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Replace Kaggle data with ESP32 sensors for true IoT implementation</a:t>
            </a:r>
            <a:endParaRPr lang="en-US" sz="1600"/>
          </a:p>
        </p:txBody>
      </p:sp>
      <p:sp>
        <p:nvSpPr>
          <p:cNvPr id="32" name="Shape 29"/>
          <p:cNvSpPr/>
          <p:nvPr/>
        </p:nvSpPr>
        <p:spPr>
          <a:xfrm>
            <a:off x="5909733" y="3276600"/>
            <a:ext cx="4483100" cy="660400"/>
          </a:xfrm>
          <a:custGeom>
            <a:avLst/>
            <a:gdLst/>
            <a:ahLst/>
            <a:cxnLst/>
            <a:rect l="l" t="t" r="r" b="b"/>
            <a:pathLst>
              <a:path w="4483100" h="660400">
                <a:moveTo>
                  <a:pt x="50798" y="0"/>
                </a:moveTo>
                <a:lnTo>
                  <a:pt x="4432302" y="0"/>
                </a:lnTo>
                <a:cubicBezTo>
                  <a:pt x="4460357" y="0"/>
                  <a:pt x="4483100" y="22743"/>
                  <a:pt x="4483100" y="50798"/>
                </a:cubicBezTo>
                <a:lnTo>
                  <a:pt x="4483100" y="609602"/>
                </a:lnTo>
                <a:cubicBezTo>
                  <a:pt x="4483100" y="637657"/>
                  <a:pt x="4460357" y="660400"/>
                  <a:pt x="4432302" y="660400"/>
                </a:cubicBezTo>
                <a:lnTo>
                  <a:pt x="50798" y="660400"/>
                </a:lnTo>
                <a:cubicBezTo>
                  <a:pt x="22743" y="660400"/>
                  <a:pt x="0" y="637657"/>
                  <a:pt x="0" y="6096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1A202C"/>
          </a:solidFill>
          <a:ln/>
        </p:spPr>
      </p:sp>
      <p:sp>
        <p:nvSpPr>
          <p:cNvPr id="33" name="Shape 30"/>
          <p:cNvSpPr/>
          <p:nvPr/>
        </p:nvSpPr>
        <p:spPr>
          <a:xfrm>
            <a:off x="6011333" y="34036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41672" y="19447"/>
                </a:moveTo>
                <a:cubicBezTo>
                  <a:pt x="41672" y="8716"/>
                  <a:pt x="50388" y="0"/>
                  <a:pt x="61119" y="0"/>
                </a:cubicBezTo>
                <a:lnTo>
                  <a:pt x="69453" y="0"/>
                </a:lnTo>
                <a:cubicBezTo>
                  <a:pt x="75600" y="0"/>
                  <a:pt x="80566" y="4966"/>
                  <a:pt x="80566" y="11112"/>
                </a:cubicBezTo>
                <a:lnTo>
                  <a:pt x="80566" y="166688"/>
                </a:lnTo>
                <a:cubicBezTo>
                  <a:pt x="80566" y="172834"/>
                  <a:pt x="75600" y="177800"/>
                  <a:pt x="69453" y="177800"/>
                </a:cubicBezTo>
                <a:lnTo>
                  <a:pt x="58341" y="177800"/>
                </a:lnTo>
                <a:cubicBezTo>
                  <a:pt x="47992" y="177800"/>
                  <a:pt x="39276" y="170716"/>
                  <a:pt x="36810" y="161131"/>
                </a:cubicBezTo>
                <a:cubicBezTo>
                  <a:pt x="36567" y="161131"/>
                  <a:pt x="36359" y="161131"/>
                  <a:pt x="36116" y="161131"/>
                </a:cubicBezTo>
                <a:cubicBezTo>
                  <a:pt x="20766" y="161131"/>
                  <a:pt x="8334" y="148699"/>
                  <a:pt x="8334" y="133350"/>
                </a:cubicBezTo>
                <a:cubicBezTo>
                  <a:pt x="8334" y="127099"/>
                  <a:pt x="10418" y="121335"/>
                  <a:pt x="13891" y="116681"/>
                </a:cubicBezTo>
                <a:cubicBezTo>
                  <a:pt x="7154" y="111611"/>
                  <a:pt x="2778" y="103555"/>
                  <a:pt x="2778" y="94456"/>
                </a:cubicBezTo>
                <a:cubicBezTo>
                  <a:pt x="2778" y="83726"/>
                  <a:pt x="8890" y="74384"/>
                  <a:pt x="17780" y="69766"/>
                </a:cubicBezTo>
                <a:cubicBezTo>
                  <a:pt x="15314" y="65598"/>
                  <a:pt x="13891" y="60737"/>
                  <a:pt x="13891" y="55563"/>
                </a:cubicBezTo>
                <a:cubicBezTo>
                  <a:pt x="13891" y="40213"/>
                  <a:pt x="26323" y="27781"/>
                  <a:pt x="41672" y="27781"/>
                </a:cubicBezTo>
                <a:lnTo>
                  <a:pt x="41672" y="19447"/>
                </a:lnTo>
                <a:close/>
                <a:moveTo>
                  <a:pt x="136128" y="19447"/>
                </a:moveTo>
                <a:lnTo>
                  <a:pt x="136128" y="27781"/>
                </a:lnTo>
                <a:cubicBezTo>
                  <a:pt x="151477" y="27781"/>
                  <a:pt x="163909" y="40213"/>
                  <a:pt x="163909" y="55563"/>
                </a:cubicBezTo>
                <a:cubicBezTo>
                  <a:pt x="163909" y="60771"/>
                  <a:pt x="162486" y="65633"/>
                  <a:pt x="160020" y="69766"/>
                </a:cubicBezTo>
                <a:cubicBezTo>
                  <a:pt x="168945" y="74384"/>
                  <a:pt x="175022" y="83691"/>
                  <a:pt x="175022" y="94456"/>
                </a:cubicBezTo>
                <a:cubicBezTo>
                  <a:pt x="175022" y="103555"/>
                  <a:pt x="170646" y="111611"/>
                  <a:pt x="163909" y="116681"/>
                </a:cubicBezTo>
                <a:cubicBezTo>
                  <a:pt x="167382" y="121335"/>
                  <a:pt x="169466" y="127099"/>
                  <a:pt x="169466" y="133350"/>
                </a:cubicBezTo>
                <a:cubicBezTo>
                  <a:pt x="169466" y="148699"/>
                  <a:pt x="157034" y="161131"/>
                  <a:pt x="141684" y="161131"/>
                </a:cubicBezTo>
                <a:cubicBezTo>
                  <a:pt x="141441" y="161131"/>
                  <a:pt x="141233" y="161131"/>
                  <a:pt x="140990" y="161131"/>
                </a:cubicBezTo>
                <a:cubicBezTo>
                  <a:pt x="138524" y="170716"/>
                  <a:pt x="129808" y="177800"/>
                  <a:pt x="119459" y="177800"/>
                </a:cubicBezTo>
                <a:lnTo>
                  <a:pt x="108347" y="177800"/>
                </a:lnTo>
                <a:cubicBezTo>
                  <a:pt x="102200" y="177800"/>
                  <a:pt x="97234" y="172834"/>
                  <a:pt x="97234" y="166688"/>
                </a:cubicBezTo>
                <a:lnTo>
                  <a:pt x="97234" y="11112"/>
                </a:lnTo>
                <a:cubicBezTo>
                  <a:pt x="97234" y="4966"/>
                  <a:pt x="102200" y="0"/>
                  <a:pt x="108347" y="0"/>
                </a:cubicBezTo>
                <a:lnTo>
                  <a:pt x="116681" y="0"/>
                </a:lnTo>
                <a:cubicBezTo>
                  <a:pt x="127412" y="0"/>
                  <a:pt x="136128" y="8716"/>
                  <a:pt x="136128" y="19447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34" name="Text 31"/>
          <p:cNvSpPr/>
          <p:nvPr/>
        </p:nvSpPr>
        <p:spPr>
          <a:xfrm>
            <a:off x="6309783" y="3352800"/>
            <a:ext cx="41021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Deep Learning:</a:t>
            </a:r>
            <a:r>
              <a:rPr lang="en-US" sz="140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Add LSTM/Transformer models for longer-horizon forecasts</a:t>
            </a:r>
            <a:endParaRPr lang="en-US" sz="1600"/>
          </a:p>
        </p:txBody>
      </p:sp>
      <p:sp>
        <p:nvSpPr>
          <p:cNvPr id="35" name="Shape 32"/>
          <p:cNvSpPr/>
          <p:nvPr/>
        </p:nvSpPr>
        <p:spPr>
          <a:xfrm>
            <a:off x="5909733" y="4013200"/>
            <a:ext cx="4483100" cy="660400"/>
          </a:xfrm>
          <a:custGeom>
            <a:avLst/>
            <a:gdLst/>
            <a:ahLst/>
            <a:cxnLst/>
            <a:rect l="l" t="t" r="r" b="b"/>
            <a:pathLst>
              <a:path w="4483100" h="660400">
                <a:moveTo>
                  <a:pt x="50798" y="0"/>
                </a:moveTo>
                <a:lnTo>
                  <a:pt x="4432302" y="0"/>
                </a:lnTo>
                <a:cubicBezTo>
                  <a:pt x="4460357" y="0"/>
                  <a:pt x="4483100" y="22743"/>
                  <a:pt x="4483100" y="50798"/>
                </a:cubicBezTo>
                <a:lnTo>
                  <a:pt x="4483100" y="609602"/>
                </a:lnTo>
                <a:cubicBezTo>
                  <a:pt x="4483100" y="637657"/>
                  <a:pt x="4460357" y="660400"/>
                  <a:pt x="4432302" y="660400"/>
                </a:cubicBezTo>
                <a:lnTo>
                  <a:pt x="50798" y="660400"/>
                </a:lnTo>
                <a:cubicBezTo>
                  <a:pt x="22743" y="660400"/>
                  <a:pt x="0" y="637657"/>
                  <a:pt x="0" y="6096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1A202C"/>
          </a:solidFill>
          <a:ln/>
        </p:spPr>
      </p:sp>
      <p:sp>
        <p:nvSpPr>
          <p:cNvPr id="36" name="Shape 33"/>
          <p:cNvSpPr/>
          <p:nvPr/>
        </p:nvSpPr>
        <p:spPr>
          <a:xfrm>
            <a:off x="6000221" y="4140200"/>
            <a:ext cx="200025" cy="177800"/>
          </a:xfrm>
          <a:custGeom>
            <a:avLst/>
            <a:gdLst/>
            <a:ahLst/>
            <a:cxnLst/>
            <a:rect l="l" t="t" r="r" b="b"/>
            <a:pathLst>
              <a:path w="200025" h="177800">
                <a:moveTo>
                  <a:pt x="77788" y="86122"/>
                </a:moveTo>
                <a:cubicBezTo>
                  <a:pt x="100787" y="86122"/>
                  <a:pt x="119459" y="67449"/>
                  <a:pt x="119459" y="44450"/>
                </a:cubicBezTo>
                <a:cubicBezTo>
                  <a:pt x="119459" y="21451"/>
                  <a:pt x="100787" y="2778"/>
                  <a:pt x="77788" y="2778"/>
                </a:cubicBezTo>
                <a:cubicBezTo>
                  <a:pt x="54788" y="2778"/>
                  <a:pt x="36116" y="21451"/>
                  <a:pt x="36116" y="44450"/>
                </a:cubicBezTo>
                <a:cubicBezTo>
                  <a:pt x="36116" y="67449"/>
                  <a:pt x="54788" y="86122"/>
                  <a:pt x="77787" y="86122"/>
                </a:cubicBezTo>
                <a:close/>
                <a:moveTo>
                  <a:pt x="67474" y="105569"/>
                </a:moveTo>
                <a:cubicBezTo>
                  <a:pt x="33268" y="105569"/>
                  <a:pt x="5556" y="133281"/>
                  <a:pt x="5556" y="167486"/>
                </a:cubicBezTo>
                <a:cubicBezTo>
                  <a:pt x="5556" y="173181"/>
                  <a:pt x="10175" y="177800"/>
                  <a:pt x="15870" y="177800"/>
                </a:cubicBezTo>
                <a:lnTo>
                  <a:pt x="103207" y="177800"/>
                </a:lnTo>
                <a:cubicBezTo>
                  <a:pt x="90636" y="163006"/>
                  <a:pt x="83344" y="143942"/>
                  <a:pt x="83344" y="123765"/>
                </a:cubicBezTo>
                <a:lnTo>
                  <a:pt x="83344" y="112966"/>
                </a:lnTo>
                <a:cubicBezTo>
                  <a:pt x="83344" y="110430"/>
                  <a:pt x="83691" y="107930"/>
                  <a:pt x="84351" y="105569"/>
                </a:cubicBezTo>
                <a:lnTo>
                  <a:pt x="67474" y="105569"/>
                </a:lnTo>
                <a:close/>
                <a:moveTo>
                  <a:pt x="154637" y="169639"/>
                </a:moveTo>
                <a:lnTo>
                  <a:pt x="150019" y="171827"/>
                </a:lnTo>
                <a:lnTo>
                  <a:pt x="150019" y="106506"/>
                </a:lnTo>
                <a:lnTo>
                  <a:pt x="183356" y="117619"/>
                </a:lnTo>
                <a:lnTo>
                  <a:pt x="183356" y="124425"/>
                </a:lnTo>
                <a:cubicBezTo>
                  <a:pt x="183356" y="143803"/>
                  <a:pt x="172174" y="161409"/>
                  <a:pt x="154637" y="169674"/>
                </a:cubicBezTo>
                <a:close/>
                <a:moveTo>
                  <a:pt x="146511" y="90115"/>
                </a:moveTo>
                <a:lnTo>
                  <a:pt x="107618" y="103068"/>
                </a:lnTo>
                <a:cubicBezTo>
                  <a:pt x="103068" y="104596"/>
                  <a:pt x="100013" y="108833"/>
                  <a:pt x="100013" y="113625"/>
                </a:cubicBezTo>
                <a:lnTo>
                  <a:pt x="100013" y="124425"/>
                </a:lnTo>
                <a:cubicBezTo>
                  <a:pt x="100013" y="150262"/>
                  <a:pt x="114945" y="173772"/>
                  <a:pt x="138281" y="184745"/>
                </a:cubicBezTo>
                <a:lnTo>
                  <a:pt x="144706" y="187767"/>
                </a:lnTo>
                <a:cubicBezTo>
                  <a:pt x="146372" y="188531"/>
                  <a:pt x="148178" y="188947"/>
                  <a:pt x="149984" y="188947"/>
                </a:cubicBezTo>
                <a:cubicBezTo>
                  <a:pt x="151790" y="188947"/>
                  <a:pt x="153630" y="188531"/>
                  <a:pt x="155262" y="187767"/>
                </a:cubicBezTo>
                <a:lnTo>
                  <a:pt x="161687" y="184745"/>
                </a:lnTo>
                <a:cubicBezTo>
                  <a:pt x="185093" y="173737"/>
                  <a:pt x="200025" y="150227"/>
                  <a:pt x="200025" y="124391"/>
                </a:cubicBezTo>
                <a:lnTo>
                  <a:pt x="200025" y="113591"/>
                </a:lnTo>
                <a:cubicBezTo>
                  <a:pt x="200025" y="108798"/>
                  <a:pt x="196969" y="104562"/>
                  <a:pt x="192420" y="103034"/>
                </a:cubicBezTo>
                <a:lnTo>
                  <a:pt x="153526" y="90081"/>
                </a:lnTo>
                <a:cubicBezTo>
                  <a:pt x="151234" y="89317"/>
                  <a:pt x="148769" y="89317"/>
                  <a:pt x="146511" y="90081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37" name="Text 34"/>
          <p:cNvSpPr/>
          <p:nvPr/>
        </p:nvSpPr>
        <p:spPr>
          <a:xfrm>
            <a:off x="6309783" y="4089400"/>
            <a:ext cx="41021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Authentication:</a:t>
            </a:r>
            <a:r>
              <a:rPr lang="en-US" sz="140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Implement user accounts and alert notifications</a:t>
            </a:r>
            <a:endParaRPr lang="en-US" sz="1600"/>
          </a:p>
        </p:txBody>
      </p:sp>
      <p:sp>
        <p:nvSpPr>
          <p:cNvPr id="38" name="Shape 35"/>
          <p:cNvSpPr/>
          <p:nvPr/>
        </p:nvSpPr>
        <p:spPr>
          <a:xfrm>
            <a:off x="5909733" y="4749800"/>
            <a:ext cx="4483100" cy="660400"/>
          </a:xfrm>
          <a:custGeom>
            <a:avLst/>
            <a:gdLst/>
            <a:ahLst/>
            <a:cxnLst/>
            <a:rect l="l" t="t" r="r" b="b"/>
            <a:pathLst>
              <a:path w="4483100" h="660400">
                <a:moveTo>
                  <a:pt x="50798" y="0"/>
                </a:moveTo>
                <a:lnTo>
                  <a:pt x="4432302" y="0"/>
                </a:lnTo>
                <a:cubicBezTo>
                  <a:pt x="4460357" y="0"/>
                  <a:pt x="4483100" y="22743"/>
                  <a:pt x="4483100" y="50798"/>
                </a:cubicBezTo>
                <a:lnTo>
                  <a:pt x="4483100" y="609602"/>
                </a:lnTo>
                <a:cubicBezTo>
                  <a:pt x="4483100" y="637657"/>
                  <a:pt x="4460357" y="660400"/>
                  <a:pt x="4432302" y="660400"/>
                </a:cubicBezTo>
                <a:lnTo>
                  <a:pt x="50798" y="660400"/>
                </a:lnTo>
                <a:cubicBezTo>
                  <a:pt x="22743" y="660400"/>
                  <a:pt x="0" y="637657"/>
                  <a:pt x="0" y="6096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1A202C"/>
          </a:solidFill>
          <a:ln/>
        </p:spPr>
      </p:sp>
      <p:sp>
        <p:nvSpPr>
          <p:cNvPr id="39" name="Shape 36"/>
          <p:cNvSpPr/>
          <p:nvPr/>
        </p:nvSpPr>
        <p:spPr>
          <a:xfrm>
            <a:off x="6033558" y="4876800"/>
            <a:ext cx="133350" cy="177800"/>
          </a:xfrm>
          <a:custGeom>
            <a:avLst/>
            <a:gdLst/>
            <a:ahLst/>
            <a:cxnLst/>
            <a:rect l="l" t="t" r="r" b="b"/>
            <a:pathLst>
              <a:path w="133350" h="177800">
                <a:moveTo>
                  <a:pt x="5556" y="22225"/>
                </a:moveTo>
                <a:cubicBezTo>
                  <a:pt x="5556" y="9967"/>
                  <a:pt x="15523" y="0"/>
                  <a:pt x="27781" y="0"/>
                </a:cubicBezTo>
                <a:lnTo>
                  <a:pt x="105569" y="0"/>
                </a:lnTo>
                <a:cubicBezTo>
                  <a:pt x="117827" y="0"/>
                  <a:pt x="127794" y="9967"/>
                  <a:pt x="127794" y="22225"/>
                </a:cubicBezTo>
                <a:lnTo>
                  <a:pt x="127794" y="155575"/>
                </a:lnTo>
                <a:cubicBezTo>
                  <a:pt x="127794" y="167833"/>
                  <a:pt x="117827" y="177800"/>
                  <a:pt x="105569" y="177800"/>
                </a:cubicBezTo>
                <a:lnTo>
                  <a:pt x="27781" y="177800"/>
                </a:lnTo>
                <a:cubicBezTo>
                  <a:pt x="15523" y="177800"/>
                  <a:pt x="5556" y="167833"/>
                  <a:pt x="5556" y="155575"/>
                </a:cubicBezTo>
                <a:lnTo>
                  <a:pt x="5556" y="22225"/>
                </a:lnTo>
                <a:close/>
                <a:moveTo>
                  <a:pt x="27781" y="22225"/>
                </a:moveTo>
                <a:lnTo>
                  <a:pt x="27781" y="127794"/>
                </a:lnTo>
                <a:lnTo>
                  <a:pt x="105569" y="127794"/>
                </a:lnTo>
                <a:lnTo>
                  <a:pt x="105569" y="22225"/>
                </a:lnTo>
                <a:lnTo>
                  <a:pt x="27781" y="22225"/>
                </a:lnTo>
                <a:close/>
                <a:moveTo>
                  <a:pt x="66675" y="163909"/>
                </a:moveTo>
                <a:cubicBezTo>
                  <a:pt x="72822" y="163909"/>
                  <a:pt x="77788" y="158943"/>
                  <a:pt x="77788" y="152797"/>
                </a:cubicBezTo>
                <a:cubicBezTo>
                  <a:pt x="77788" y="146650"/>
                  <a:pt x="72822" y="141684"/>
                  <a:pt x="66675" y="141684"/>
                </a:cubicBezTo>
                <a:cubicBezTo>
                  <a:pt x="60528" y="141684"/>
                  <a:pt x="55563" y="146650"/>
                  <a:pt x="55563" y="152797"/>
                </a:cubicBezTo>
                <a:cubicBezTo>
                  <a:pt x="55563" y="158943"/>
                  <a:pt x="60528" y="163909"/>
                  <a:pt x="66675" y="163909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40" name="Text 37"/>
          <p:cNvSpPr/>
          <p:nvPr/>
        </p:nvSpPr>
        <p:spPr>
          <a:xfrm>
            <a:off x="6309783" y="4826000"/>
            <a:ext cx="41021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Mobile App:</a:t>
            </a:r>
            <a:r>
              <a:rPr lang="en-US" sz="140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Develop iOS/Android apps for mobile access</a:t>
            </a:r>
            <a:endParaRPr lang="en-US" sz="1600"/>
          </a:p>
        </p:txBody>
      </p:sp>
      <p:sp>
        <p:nvSpPr>
          <p:cNvPr id="41" name="Shape 38"/>
          <p:cNvSpPr/>
          <p:nvPr/>
        </p:nvSpPr>
        <p:spPr>
          <a:xfrm>
            <a:off x="5909733" y="5486400"/>
            <a:ext cx="4483100" cy="660400"/>
          </a:xfrm>
          <a:custGeom>
            <a:avLst/>
            <a:gdLst/>
            <a:ahLst/>
            <a:cxnLst/>
            <a:rect l="l" t="t" r="r" b="b"/>
            <a:pathLst>
              <a:path w="4483100" h="660400">
                <a:moveTo>
                  <a:pt x="50798" y="0"/>
                </a:moveTo>
                <a:lnTo>
                  <a:pt x="4432302" y="0"/>
                </a:lnTo>
                <a:cubicBezTo>
                  <a:pt x="4460357" y="0"/>
                  <a:pt x="4483100" y="22743"/>
                  <a:pt x="4483100" y="50798"/>
                </a:cubicBezTo>
                <a:lnTo>
                  <a:pt x="4483100" y="609602"/>
                </a:lnTo>
                <a:cubicBezTo>
                  <a:pt x="4483100" y="637657"/>
                  <a:pt x="4460357" y="660400"/>
                  <a:pt x="4432302" y="660400"/>
                </a:cubicBezTo>
                <a:lnTo>
                  <a:pt x="50798" y="660400"/>
                </a:lnTo>
                <a:cubicBezTo>
                  <a:pt x="22743" y="660400"/>
                  <a:pt x="0" y="637657"/>
                  <a:pt x="0" y="6096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1A202C"/>
          </a:solidFill>
          <a:ln/>
        </p:spPr>
      </p:sp>
      <p:sp>
        <p:nvSpPr>
          <p:cNvPr id="42" name="Shape 39"/>
          <p:cNvSpPr/>
          <p:nvPr/>
        </p:nvSpPr>
        <p:spPr>
          <a:xfrm>
            <a:off x="6022446" y="5613400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44450" y="-11112"/>
                </a:moveTo>
                <a:cubicBezTo>
                  <a:pt x="50597" y="-11112"/>
                  <a:pt x="55563" y="-6147"/>
                  <a:pt x="55563" y="0"/>
                </a:cubicBezTo>
                <a:lnTo>
                  <a:pt x="55563" y="33337"/>
                </a:lnTo>
                <a:lnTo>
                  <a:pt x="100013" y="33337"/>
                </a:lnTo>
                <a:lnTo>
                  <a:pt x="100013" y="0"/>
                </a:lnTo>
                <a:cubicBezTo>
                  <a:pt x="100013" y="-6147"/>
                  <a:pt x="104978" y="-11112"/>
                  <a:pt x="111125" y="-11112"/>
                </a:cubicBezTo>
                <a:cubicBezTo>
                  <a:pt x="117272" y="-11112"/>
                  <a:pt x="122238" y="-6147"/>
                  <a:pt x="122238" y="0"/>
                </a:cubicBezTo>
                <a:lnTo>
                  <a:pt x="122238" y="33337"/>
                </a:lnTo>
                <a:lnTo>
                  <a:pt x="144463" y="33337"/>
                </a:lnTo>
                <a:cubicBezTo>
                  <a:pt x="150609" y="33337"/>
                  <a:pt x="155575" y="38303"/>
                  <a:pt x="155575" y="44450"/>
                </a:cubicBezTo>
                <a:cubicBezTo>
                  <a:pt x="155575" y="50597"/>
                  <a:pt x="150609" y="55563"/>
                  <a:pt x="144463" y="55563"/>
                </a:cubicBezTo>
                <a:lnTo>
                  <a:pt x="144463" y="77788"/>
                </a:lnTo>
                <a:cubicBezTo>
                  <a:pt x="144463" y="110812"/>
                  <a:pt x="120432" y="138246"/>
                  <a:pt x="88900" y="143525"/>
                </a:cubicBezTo>
                <a:lnTo>
                  <a:pt x="88900" y="166688"/>
                </a:lnTo>
                <a:cubicBezTo>
                  <a:pt x="88900" y="172834"/>
                  <a:pt x="83934" y="177800"/>
                  <a:pt x="77788" y="177800"/>
                </a:cubicBezTo>
                <a:cubicBezTo>
                  <a:pt x="71641" y="177800"/>
                  <a:pt x="66675" y="172834"/>
                  <a:pt x="66675" y="166688"/>
                </a:cubicBezTo>
                <a:lnTo>
                  <a:pt x="66675" y="143525"/>
                </a:lnTo>
                <a:cubicBezTo>
                  <a:pt x="35143" y="138246"/>
                  <a:pt x="11112" y="110812"/>
                  <a:pt x="11112" y="77788"/>
                </a:cubicBezTo>
                <a:lnTo>
                  <a:pt x="11112" y="55563"/>
                </a:lnTo>
                <a:cubicBezTo>
                  <a:pt x="4966" y="55563"/>
                  <a:pt x="0" y="50597"/>
                  <a:pt x="0" y="44450"/>
                </a:cubicBezTo>
                <a:cubicBezTo>
                  <a:pt x="0" y="38303"/>
                  <a:pt x="4966" y="33337"/>
                  <a:pt x="11112" y="33337"/>
                </a:cubicBezTo>
                <a:lnTo>
                  <a:pt x="33337" y="33337"/>
                </a:lnTo>
                <a:lnTo>
                  <a:pt x="33337" y="0"/>
                </a:lnTo>
                <a:cubicBezTo>
                  <a:pt x="33337" y="-6147"/>
                  <a:pt x="38303" y="-11112"/>
                  <a:pt x="44450" y="-11112"/>
                </a:cubicBezTo>
                <a:close/>
              </a:path>
            </a:pathLst>
          </a:custGeom>
          <a:solidFill>
            <a:srgbClr val="F6AD55"/>
          </a:solidFill>
          <a:ln/>
        </p:spPr>
      </p:sp>
      <p:sp>
        <p:nvSpPr>
          <p:cNvPr id="43" name="Text 40"/>
          <p:cNvSpPr/>
          <p:nvPr/>
        </p:nvSpPr>
        <p:spPr>
          <a:xfrm>
            <a:off x="6309783" y="5562600"/>
            <a:ext cx="41021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API Integration:</a:t>
            </a:r>
            <a:r>
              <a:rPr lang="en-US" sz="140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Connect with OpenWeatherMap for real-time data</a:t>
            </a:r>
            <a:endParaRPr lang="en-US" sz="1600"/>
          </a:p>
        </p:txBody>
      </p:sp>
      <p:sp>
        <p:nvSpPr>
          <p:cNvPr id="44" name="Shape 41"/>
          <p:cNvSpPr/>
          <p:nvPr/>
        </p:nvSpPr>
        <p:spPr>
          <a:xfrm>
            <a:off x="10828867" y="1778000"/>
            <a:ext cx="4914900" cy="4572000"/>
          </a:xfrm>
          <a:custGeom>
            <a:avLst/>
            <a:gdLst/>
            <a:ahLst/>
            <a:cxnLst/>
            <a:rect l="l" t="t" r="r" b="b"/>
            <a:pathLst>
              <a:path w="4914900" h="4572000">
                <a:moveTo>
                  <a:pt x="50800" y="0"/>
                </a:moveTo>
                <a:lnTo>
                  <a:pt x="4762515" y="0"/>
                </a:lnTo>
                <a:cubicBezTo>
                  <a:pt x="4846675" y="0"/>
                  <a:pt x="4914900" y="68225"/>
                  <a:pt x="4914900" y="152385"/>
                </a:cubicBezTo>
                <a:lnTo>
                  <a:pt x="4914900" y="4419615"/>
                </a:lnTo>
                <a:cubicBezTo>
                  <a:pt x="4914900" y="4503775"/>
                  <a:pt x="4846675" y="4572000"/>
                  <a:pt x="4762515" y="4572000"/>
                </a:cubicBezTo>
                <a:lnTo>
                  <a:pt x="50800" y="4572000"/>
                </a:lnTo>
                <a:cubicBezTo>
                  <a:pt x="22763" y="4572000"/>
                  <a:pt x="0" y="4549237"/>
                  <a:pt x="0" y="4521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D3748">
              <a:alpha val="80000"/>
            </a:srgbClr>
          </a:solidFill>
          <a:ln/>
        </p:spPr>
      </p:sp>
      <p:sp>
        <p:nvSpPr>
          <p:cNvPr id="45" name="Shape 42"/>
          <p:cNvSpPr/>
          <p:nvPr/>
        </p:nvSpPr>
        <p:spPr>
          <a:xfrm>
            <a:off x="10828867" y="1778000"/>
            <a:ext cx="50800" cy="4572000"/>
          </a:xfrm>
          <a:custGeom>
            <a:avLst/>
            <a:gdLst/>
            <a:ahLst/>
            <a:cxnLst/>
            <a:rect l="l" t="t" r="r" b="b"/>
            <a:pathLst>
              <a:path w="50800" h="4572000">
                <a:moveTo>
                  <a:pt x="50800" y="0"/>
                </a:moveTo>
                <a:lnTo>
                  <a:pt x="50800" y="0"/>
                </a:lnTo>
                <a:lnTo>
                  <a:pt x="50800" y="4572000"/>
                </a:lnTo>
                <a:lnTo>
                  <a:pt x="50800" y="4572000"/>
                </a:lnTo>
                <a:cubicBezTo>
                  <a:pt x="22763" y="4572000"/>
                  <a:pt x="0" y="4549237"/>
                  <a:pt x="0" y="4521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46" name="Shape 43"/>
          <p:cNvSpPr/>
          <p:nvPr/>
        </p:nvSpPr>
        <p:spPr>
          <a:xfrm>
            <a:off x="11108267" y="19939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29406" y="295721"/>
                </a:moveTo>
                <a:cubicBezTo>
                  <a:pt x="129406" y="297210"/>
                  <a:pt x="127695" y="298400"/>
                  <a:pt x="125537" y="298400"/>
                </a:cubicBezTo>
                <a:cubicBezTo>
                  <a:pt x="123081" y="298624"/>
                  <a:pt x="121369" y="297433"/>
                  <a:pt x="121369" y="295721"/>
                </a:cubicBezTo>
                <a:cubicBezTo>
                  <a:pt x="121369" y="294233"/>
                  <a:pt x="123081" y="293043"/>
                  <a:pt x="125239" y="293043"/>
                </a:cubicBezTo>
                <a:cubicBezTo>
                  <a:pt x="127471" y="292819"/>
                  <a:pt x="129406" y="294010"/>
                  <a:pt x="129406" y="295721"/>
                </a:cubicBezTo>
                <a:close/>
                <a:moveTo>
                  <a:pt x="106263" y="292373"/>
                </a:moveTo>
                <a:cubicBezTo>
                  <a:pt x="105742" y="293861"/>
                  <a:pt x="107231" y="295573"/>
                  <a:pt x="109463" y="296019"/>
                </a:cubicBezTo>
                <a:cubicBezTo>
                  <a:pt x="111398" y="296763"/>
                  <a:pt x="113630" y="296019"/>
                  <a:pt x="114077" y="294531"/>
                </a:cubicBezTo>
                <a:cubicBezTo>
                  <a:pt x="114523" y="293043"/>
                  <a:pt x="113109" y="291331"/>
                  <a:pt x="110877" y="290661"/>
                </a:cubicBezTo>
                <a:cubicBezTo>
                  <a:pt x="108942" y="290140"/>
                  <a:pt x="106784" y="290885"/>
                  <a:pt x="106263" y="292373"/>
                </a:cubicBezTo>
                <a:close/>
                <a:moveTo>
                  <a:pt x="139154" y="291108"/>
                </a:moveTo>
                <a:cubicBezTo>
                  <a:pt x="136996" y="291629"/>
                  <a:pt x="135508" y="293043"/>
                  <a:pt x="135731" y="294754"/>
                </a:cubicBezTo>
                <a:cubicBezTo>
                  <a:pt x="135954" y="296242"/>
                  <a:pt x="137889" y="297210"/>
                  <a:pt x="140122" y="296689"/>
                </a:cubicBezTo>
                <a:cubicBezTo>
                  <a:pt x="142280" y="296168"/>
                  <a:pt x="143768" y="294754"/>
                  <a:pt x="143545" y="293266"/>
                </a:cubicBezTo>
                <a:cubicBezTo>
                  <a:pt x="143321" y="291852"/>
                  <a:pt x="141312" y="290885"/>
                  <a:pt x="139154" y="291108"/>
                </a:cubicBezTo>
                <a:close/>
                <a:moveTo>
                  <a:pt x="188119" y="5953"/>
                </a:moveTo>
                <a:cubicBezTo>
                  <a:pt x="84906" y="5953"/>
                  <a:pt x="5953" y="84311"/>
                  <a:pt x="5953" y="187523"/>
                </a:cubicBezTo>
                <a:cubicBezTo>
                  <a:pt x="5953" y="270049"/>
                  <a:pt x="57894" y="340668"/>
                  <a:pt x="132085" y="365522"/>
                </a:cubicBezTo>
                <a:cubicBezTo>
                  <a:pt x="141610" y="367233"/>
                  <a:pt x="144959" y="361355"/>
                  <a:pt x="144959" y="356518"/>
                </a:cubicBezTo>
                <a:cubicBezTo>
                  <a:pt x="144959" y="351904"/>
                  <a:pt x="144735" y="326454"/>
                  <a:pt x="144735" y="310828"/>
                </a:cubicBezTo>
                <a:cubicBezTo>
                  <a:pt x="144735" y="310828"/>
                  <a:pt x="92646" y="321990"/>
                  <a:pt x="81707" y="288652"/>
                </a:cubicBezTo>
                <a:cubicBezTo>
                  <a:pt x="81707" y="288652"/>
                  <a:pt x="73223" y="266998"/>
                  <a:pt x="61020" y="261417"/>
                </a:cubicBezTo>
                <a:cubicBezTo>
                  <a:pt x="61020" y="261417"/>
                  <a:pt x="43979" y="249734"/>
                  <a:pt x="62210" y="249957"/>
                </a:cubicBezTo>
                <a:cubicBezTo>
                  <a:pt x="62210" y="249957"/>
                  <a:pt x="80739" y="251445"/>
                  <a:pt x="90934" y="269156"/>
                </a:cubicBezTo>
                <a:cubicBezTo>
                  <a:pt x="107231" y="297879"/>
                  <a:pt x="134541" y="289620"/>
                  <a:pt x="145182" y="284708"/>
                </a:cubicBezTo>
                <a:cubicBezTo>
                  <a:pt x="146893" y="272802"/>
                  <a:pt x="151730" y="264542"/>
                  <a:pt x="157088" y="259631"/>
                </a:cubicBezTo>
                <a:cubicBezTo>
                  <a:pt x="115491" y="255017"/>
                  <a:pt x="73521" y="248989"/>
                  <a:pt x="73521" y="177403"/>
                </a:cubicBezTo>
                <a:cubicBezTo>
                  <a:pt x="73521" y="156939"/>
                  <a:pt x="79177" y="146670"/>
                  <a:pt x="91083" y="133573"/>
                </a:cubicBezTo>
                <a:cubicBezTo>
                  <a:pt x="89148" y="128736"/>
                  <a:pt x="82823" y="108793"/>
                  <a:pt x="93018" y="83046"/>
                </a:cubicBezTo>
                <a:cubicBezTo>
                  <a:pt x="108570" y="78209"/>
                  <a:pt x="144363" y="103138"/>
                  <a:pt x="144363" y="103138"/>
                </a:cubicBezTo>
                <a:cubicBezTo>
                  <a:pt x="159246" y="98971"/>
                  <a:pt x="175245" y="96813"/>
                  <a:pt x="191095" y="96813"/>
                </a:cubicBezTo>
                <a:cubicBezTo>
                  <a:pt x="206946" y="96813"/>
                  <a:pt x="222945" y="98971"/>
                  <a:pt x="237827" y="103138"/>
                </a:cubicBezTo>
                <a:cubicBezTo>
                  <a:pt x="237827" y="103138"/>
                  <a:pt x="273621" y="78135"/>
                  <a:pt x="289173" y="83046"/>
                </a:cubicBezTo>
                <a:cubicBezTo>
                  <a:pt x="299368" y="108868"/>
                  <a:pt x="293043" y="128736"/>
                  <a:pt x="291108" y="133573"/>
                </a:cubicBezTo>
                <a:cubicBezTo>
                  <a:pt x="303014" y="146745"/>
                  <a:pt x="310307" y="157014"/>
                  <a:pt x="310307" y="177403"/>
                </a:cubicBezTo>
                <a:cubicBezTo>
                  <a:pt x="310307" y="249213"/>
                  <a:pt x="266477" y="254943"/>
                  <a:pt x="224879" y="259631"/>
                </a:cubicBezTo>
                <a:cubicBezTo>
                  <a:pt x="231725" y="265509"/>
                  <a:pt x="237530" y="276671"/>
                  <a:pt x="237530" y="294159"/>
                </a:cubicBezTo>
                <a:cubicBezTo>
                  <a:pt x="237530" y="319236"/>
                  <a:pt x="237306" y="350267"/>
                  <a:pt x="237306" y="356369"/>
                </a:cubicBezTo>
                <a:cubicBezTo>
                  <a:pt x="237306" y="361206"/>
                  <a:pt x="240729" y="367085"/>
                  <a:pt x="250180" y="365373"/>
                </a:cubicBezTo>
                <a:cubicBezTo>
                  <a:pt x="324594" y="340668"/>
                  <a:pt x="375047" y="270049"/>
                  <a:pt x="375047" y="187523"/>
                </a:cubicBezTo>
                <a:cubicBezTo>
                  <a:pt x="375047" y="84311"/>
                  <a:pt x="291331" y="5953"/>
                  <a:pt x="188119" y="5953"/>
                </a:cubicBezTo>
                <a:close/>
                <a:moveTo>
                  <a:pt x="78284" y="262607"/>
                </a:moveTo>
                <a:cubicBezTo>
                  <a:pt x="77316" y="263351"/>
                  <a:pt x="77539" y="265063"/>
                  <a:pt x="78804" y="266477"/>
                </a:cubicBezTo>
                <a:cubicBezTo>
                  <a:pt x="79995" y="267667"/>
                  <a:pt x="81707" y="268188"/>
                  <a:pt x="82674" y="267221"/>
                </a:cubicBezTo>
                <a:cubicBezTo>
                  <a:pt x="83641" y="266477"/>
                  <a:pt x="83418" y="264765"/>
                  <a:pt x="82153" y="263351"/>
                </a:cubicBezTo>
                <a:cubicBezTo>
                  <a:pt x="80963" y="262161"/>
                  <a:pt x="79251" y="261640"/>
                  <a:pt x="78284" y="262607"/>
                </a:cubicBezTo>
                <a:close/>
                <a:moveTo>
                  <a:pt x="70247" y="256580"/>
                </a:moveTo>
                <a:cubicBezTo>
                  <a:pt x="69726" y="257547"/>
                  <a:pt x="70470" y="258738"/>
                  <a:pt x="71958" y="259482"/>
                </a:cubicBezTo>
                <a:cubicBezTo>
                  <a:pt x="73149" y="260226"/>
                  <a:pt x="74637" y="260003"/>
                  <a:pt x="75158" y="258961"/>
                </a:cubicBezTo>
                <a:cubicBezTo>
                  <a:pt x="75679" y="257994"/>
                  <a:pt x="74935" y="256803"/>
                  <a:pt x="73447" y="256059"/>
                </a:cubicBezTo>
                <a:cubicBezTo>
                  <a:pt x="71958" y="255612"/>
                  <a:pt x="70768" y="255836"/>
                  <a:pt x="70247" y="256580"/>
                </a:cubicBezTo>
                <a:close/>
                <a:moveTo>
                  <a:pt x="94357" y="283071"/>
                </a:moveTo>
                <a:cubicBezTo>
                  <a:pt x="93166" y="284038"/>
                  <a:pt x="93613" y="286271"/>
                  <a:pt x="95324" y="287685"/>
                </a:cubicBezTo>
                <a:cubicBezTo>
                  <a:pt x="97036" y="289396"/>
                  <a:pt x="99194" y="289620"/>
                  <a:pt x="100161" y="288429"/>
                </a:cubicBezTo>
                <a:cubicBezTo>
                  <a:pt x="101129" y="287462"/>
                  <a:pt x="100682" y="285229"/>
                  <a:pt x="99194" y="283815"/>
                </a:cubicBezTo>
                <a:cubicBezTo>
                  <a:pt x="97557" y="282104"/>
                  <a:pt x="95324" y="281880"/>
                  <a:pt x="94357" y="283071"/>
                </a:cubicBezTo>
                <a:close/>
                <a:moveTo>
                  <a:pt x="85874" y="272132"/>
                </a:moveTo>
                <a:cubicBezTo>
                  <a:pt x="84683" y="272876"/>
                  <a:pt x="84683" y="274811"/>
                  <a:pt x="85874" y="276523"/>
                </a:cubicBezTo>
                <a:cubicBezTo>
                  <a:pt x="87064" y="278234"/>
                  <a:pt x="89074" y="278978"/>
                  <a:pt x="90041" y="278234"/>
                </a:cubicBezTo>
                <a:cubicBezTo>
                  <a:pt x="91232" y="277267"/>
                  <a:pt x="91232" y="275332"/>
                  <a:pt x="90041" y="273621"/>
                </a:cubicBezTo>
                <a:cubicBezTo>
                  <a:pt x="88999" y="271909"/>
                  <a:pt x="87064" y="271165"/>
                  <a:pt x="85874" y="272132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47" name="Text 44"/>
          <p:cNvSpPr/>
          <p:nvPr/>
        </p:nvSpPr>
        <p:spPr>
          <a:xfrm>
            <a:off x="11686117" y="1981200"/>
            <a:ext cx="2438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Artifacts</a:t>
            </a:r>
            <a:endParaRPr lang="en-US" sz="1600"/>
          </a:p>
        </p:txBody>
      </p:sp>
      <p:sp>
        <p:nvSpPr>
          <p:cNvPr id="48" name="Shape 45"/>
          <p:cNvSpPr/>
          <p:nvPr/>
        </p:nvSpPr>
        <p:spPr>
          <a:xfrm>
            <a:off x="11057467" y="2540000"/>
            <a:ext cx="4483100" cy="1981200"/>
          </a:xfrm>
          <a:custGeom>
            <a:avLst/>
            <a:gdLst/>
            <a:ahLst/>
            <a:cxnLst/>
            <a:rect l="l" t="t" r="r" b="b"/>
            <a:pathLst>
              <a:path w="4483100" h="1981200">
                <a:moveTo>
                  <a:pt x="101596" y="0"/>
                </a:moveTo>
                <a:lnTo>
                  <a:pt x="4381504" y="0"/>
                </a:lnTo>
                <a:cubicBezTo>
                  <a:pt x="4437614" y="0"/>
                  <a:pt x="4483100" y="45486"/>
                  <a:pt x="4483100" y="101596"/>
                </a:cubicBezTo>
                <a:lnTo>
                  <a:pt x="4483100" y="1879604"/>
                </a:lnTo>
                <a:cubicBezTo>
                  <a:pt x="4483100" y="1935714"/>
                  <a:pt x="4437614" y="1981200"/>
                  <a:pt x="4381504" y="1981200"/>
                </a:cubicBezTo>
                <a:lnTo>
                  <a:pt x="101596" y="1981200"/>
                </a:lnTo>
                <a:cubicBezTo>
                  <a:pt x="45486" y="1981200"/>
                  <a:pt x="0" y="1935714"/>
                  <a:pt x="0" y="1879604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1A202C"/>
          </a:solidFill>
          <a:ln/>
        </p:spPr>
      </p:sp>
      <p:sp>
        <p:nvSpPr>
          <p:cNvPr id="49" name="Text 46"/>
          <p:cNvSpPr/>
          <p:nvPr/>
        </p:nvSpPr>
        <p:spPr>
          <a:xfrm>
            <a:off x="11209867" y="2946400"/>
            <a:ext cx="4267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GitHub Repository</a:t>
            </a:r>
            <a:endParaRPr lang="en-US" sz="1600"/>
          </a:p>
        </p:txBody>
      </p:sp>
      <p:sp>
        <p:nvSpPr>
          <p:cNvPr id="50" name="Text 47"/>
          <p:cNvSpPr/>
          <p:nvPr/>
        </p:nvSpPr>
        <p:spPr>
          <a:xfrm>
            <a:off x="11209867" y="3148894"/>
            <a:ext cx="4279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>
                <a:solidFill>
                  <a:srgbClr val="4FD1C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github.com/kbakhtiyaris/climate-iot-project</a:t>
            </a:r>
            <a:endParaRPr lang="en-US" sz="1600"/>
          </a:p>
        </p:txBody>
      </p:sp>
      <p:sp>
        <p:nvSpPr>
          <p:cNvPr id="51" name="Shape 48"/>
          <p:cNvSpPr/>
          <p:nvPr/>
        </p:nvSpPr>
        <p:spPr>
          <a:xfrm>
            <a:off x="11219392" y="3734153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07394" y="357"/>
                </a:moveTo>
                <a:cubicBezTo>
                  <a:pt x="102334" y="-1101"/>
                  <a:pt x="97066" y="1845"/>
                  <a:pt x="95607" y="6906"/>
                </a:cubicBezTo>
                <a:lnTo>
                  <a:pt x="57507" y="140256"/>
                </a:lnTo>
                <a:cubicBezTo>
                  <a:pt x="56049" y="145316"/>
                  <a:pt x="58995" y="150584"/>
                  <a:pt x="64056" y="152043"/>
                </a:cubicBezTo>
                <a:cubicBezTo>
                  <a:pt x="69116" y="153501"/>
                  <a:pt x="74384" y="150555"/>
                  <a:pt x="75843" y="145494"/>
                </a:cubicBezTo>
                <a:lnTo>
                  <a:pt x="113943" y="12144"/>
                </a:lnTo>
                <a:cubicBezTo>
                  <a:pt x="115401" y="7084"/>
                  <a:pt x="112455" y="1816"/>
                  <a:pt x="107394" y="357"/>
                </a:cubicBezTo>
                <a:close/>
                <a:moveTo>
                  <a:pt x="126623" y="40868"/>
                </a:moveTo>
                <a:cubicBezTo>
                  <a:pt x="122902" y="44589"/>
                  <a:pt x="122902" y="50631"/>
                  <a:pt x="126623" y="54352"/>
                </a:cubicBezTo>
                <a:lnTo>
                  <a:pt x="148471" y="76200"/>
                </a:lnTo>
                <a:lnTo>
                  <a:pt x="126623" y="98048"/>
                </a:lnTo>
                <a:cubicBezTo>
                  <a:pt x="122902" y="101769"/>
                  <a:pt x="122902" y="107811"/>
                  <a:pt x="126623" y="111532"/>
                </a:cubicBezTo>
                <a:cubicBezTo>
                  <a:pt x="130344" y="115253"/>
                  <a:pt x="136386" y="115253"/>
                  <a:pt x="140107" y="111532"/>
                </a:cubicBezTo>
                <a:lnTo>
                  <a:pt x="168682" y="82957"/>
                </a:lnTo>
                <a:cubicBezTo>
                  <a:pt x="172403" y="79236"/>
                  <a:pt x="172403" y="73194"/>
                  <a:pt x="168682" y="69473"/>
                </a:cubicBezTo>
                <a:lnTo>
                  <a:pt x="140107" y="40898"/>
                </a:lnTo>
                <a:cubicBezTo>
                  <a:pt x="136386" y="37177"/>
                  <a:pt x="130344" y="37177"/>
                  <a:pt x="126623" y="40898"/>
                </a:cubicBezTo>
                <a:close/>
                <a:moveTo>
                  <a:pt x="44857" y="40868"/>
                </a:moveTo>
                <a:cubicBezTo>
                  <a:pt x="41136" y="37147"/>
                  <a:pt x="35094" y="37147"/>
                  <a:pt x="31373" y="40868"/>
                </a:cubicBezTo>
                <a:lnTo>
                  <a:pt x="2798" y="69443"/>
                </a:lnTo>
                <a:cubicBezTo>
                  <a:pt x="-923" y="73164"/>
                  <a:pt x="-923" y="79206"/>
                  <a:pt x="2798" y="82927"/>
                </a:cubicBezTo>
                <a:lnTo>
                  <a:pt x="31373" y="111502"/>
                </a:lnTo>
                <a:cubicBezTo>
                  <a:pt x="35094" y="115223"/>
                  <a:pt x="41136" y="115223"/>
                  <a:pt x="44857" y="111502"/>
                </a:cubicBezTo>
                <a:cubicBezTo>
                  <a:pt x="48578" y="107781"/>
                  <a:pt x="48578" y="101739"/>
                  <a:pt x="44857" y="98018"/>
                </a:cubicBezTo>
                <a:lnTo>
                  <a:pt x="23009" y="76200"/>
                </a:lnTo>
                <a:lnTo>
                  <a:pt x="44827" y="54352"/>
                </a:lnTo>
                <a:cubicBezTo>
                  <a:pt x="48548" y="50631"/>
                  <a:pt x="48548" y="44589"/>
                  <a:pt x="44827" y="40868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52" name="Text 49"/>
          <p:cNvSpPr/>
          <p:nvPr/>
        </p:nvSpPr>
        <p:spPr>
          <a:xfrm>
            <a:off x="11451167" y="3725804"/>
            <a:ext cx="1333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8+ Python modules</a:t>
            </a:r>
            <a:endParaRPr lang="en-US" sz="1600"/>
          </a:p>
        </p:txBody>
      </p:sp>
      <p:sp>
        <p:nvSpPr>
          <p:cNvPr id="53" name="Shape 50"/>
          <p:cNvSpPr/>
          <p:nvPr/>
        </p:nvSpPr>
        <p:spPr>
          <a:xfrm>
            <a:off x="13345584" y="373415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050" y="9525"/>
                </a:moveTo>
                <a:cubicBezTo>
                  <a:pt x="8543" y="9525"/>
                  <a:pt x="0" y="18068"/>
                  <a:pt x="0" y="28575"/>
                </a:cubicBezTo>
                <a:lnTo>
                  <a:pt x="0" y="104775"/>
                </a:lnTo>
                <a:cubicBezTo>
                  <a:pt x="0" y="115282"/>
                  <a:pt x="8543" y="123825"/>
                  <a:pt x="19050" y="123825"/>
                </a:cubicBezTo>
                <a:lnTo>
                  <a:pt x="61912" y="123825"/>
                </a:lnTo>
                <a:lnTo>
                  <a:pt x="57150" y="138113"/>
                </a:lnTo>
                <a:lnTo>
                  <a:pt x="35719" y="138113"/>
                </a:lnTo>
                <a:cubicBezTo>
                  <a:pt x="31760" y="138113"/>
                  <a:pt x="28575" y="141297"/>
                  <a:pt x="28575" y="145256"/>
                </a:cubicBezTo>
                <a:cubicBezTo>
                  <a:pt x="28575" y="149215"/>
                  <a:pt x="31760" y="152400"/>
                  <a:pt x="35719" y="152400"/>
                </a:cubicBezTo>
                <a:lnTo>
                  <a:pt x="116681" y="152400"/>
                </a:lnTo>
                <a:cubicBezTo>
                  <a:pt x="120640" y="152400"/>
                  <a:pt x="123825" y="149215"/>
                  <a:pt x="123825" y="145256"/>
                </a:cubicBezTo>
                <a:cubicBezTo>
                  <a:pt x="123825" y="141297"/>
                  <a:pt x="120640" y="138113"/>
                  <a:pt x="116681" y="138113"/>
                </a:cubicBezTo>
                <a:lnTo>
                  <a:pt x="95250" y="138113"/>
                </a:lnTo>
                <a:lnTo>
                  <a:pt x="90488" y="123825"/>
                </a:lnTo>
                <a:lnTo>
                  <a:pt x="133350" y="123825"/>
                </a:lnTo>
                <a:cubicBezTo>
                  <a:pt x="143857" y="123825"/>
                  <a:pt x="152400" y="115282"/>
                  <a:pt x="152400" y="104775"/>
                </a:cubicBezTo>
                <a:lnTo>
                  <a:pt x="152400" y="28575"/>
                </a:lnTo>
                <a:cubicBezTo>
                  <a:pt x="152400" y="18068"/>
                  <a:pt x="143857" y="9525"/>
                  <a:pt x="133350" y="9525"/>
                </a:cubicBezTo>
                <a:lnTo>
                  <a:pt x="19050" y="9525"/>
                </a:lnTo>
                <a:close/>
                <a:moveTo>
                  <a:pt x="28575" y="28575"/>
                </a:moveTo>
                <a:lnTo>
                  <a:pt x="123825" y="28575"/>
                </a:lnTo>
                <a:cubicBezTo>
                  <a:pt x="129094" y="28575"/>
                  <a:pt x="133350" y="32831"/>
                  <a:pt x="133350" y="38100"/>
                </a:cubicBezTo>
                <a:lnTo>
                  <a:pt x="133350" y="85725"/>
                </a:lnTo>
                <a:cubicBezTo>
                  <a:pt x="133350" y="90994"/>
                  <a:pt x="129094" y="95250"/>
                  <a:pt x="123825" y="95250"/>
                </a:cubicBezTo>
                <a:lnTo>
                  <a:pt x="28575" y="95250"/>
                </a:lnTo>
                <a:cubicBezTo>
                  <a:pt x="23306" y="95250"/>
                  <a:pt x="19050" y="90994"/>
                  <a:pt x="19050" y="85725"/>
                </a:cubicBezTo>
                <a:lnTo>
                  <a:pt x="19050" y="38100"/>
                </a:lnTo>
                <a:cubicBezTo>
                  <a:pt x="19050" y="32831"/>
                  <a:pt x="23306" y="28575"/>
                  <a:pt x="28575" y="28575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54" name="Text 51"/>
          <p:cNvSpPr/>
          <p:nvPr/>
        </p:nvSpPr>
        <p:spPr>
          <a:xfrm>
            <a:off x="13567834" y="3708753"/>
            <a:ext cx="14097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Streamlit dashboard</a:t>
            </a:r>
            <a:endParaRPr lang="en-US" sz="1600"/>
          </a:p>
        </p:txBody>
      </p:sp>
      <p:sp>
        <p:nvSpPr>
          <p:cNvPr id="55" name="Shape 52"/>
          <p:cNvSpPr/>
          <p:nvPr/>
        </p:nvSpPr>
        <p:spPr>
          <a:xfrm>
            <a:off x="11209867" y="3988153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104775" y="0"/>
                </a:moveTo>
                <a:cubicBezTo>
                  <a:pt x="104775" y="-5269"/>
                  <a:pt x="100519" y="-9525"/>
                  <a:pt x="95250" y="-9525"/>
                </a:cubicBezTo>
                <a:cubicBezTo>
                  <a:pt x="89981" y="-9525"/>
                  <a:pt x="85725" y="-5269"/>
                  <a:pt x="85725" y="0"/>
                </a:cubicBezTo>
                <a:lnTo>
                  <a:pt x="85725" y="19050"/>
                </a:lnTo>
                <a:lnTo>
                  <a:pt x="57150" y="19050"/>
                </a:lnTo>
                <a:cubicBezTo>
                  <a:pt x="41374" y="19050"/>
                  <a:pt x="28575" y="31849"/>
                  <a:pt x="28575" y="47625"/>
                </a:cubicBezTo>
                <a:lnTo>
                  <a:pt x="28575" y="114300"/>
                </a:lnTo>
                <a:cubicBezTo>
                  <a:pt x="28575" y="130076"/>
                  <a:pt x="41374" y="142875"/>
                  <a:pt x="57150" y="142875"/>
                </a:cubicBezTo>
                <a:lnTo>
                  <a:pt x="133350" y="142875"/>
                </a:lnTo>
                <a:cubicBezTo>
                  <a:pt x="149126" y="142875"/>
                  <a:pt x="161925" y="130076"/>
                  <a:pt x="161925" y="114300"/>
                </a:cubicBezTo>
                <a:lnTo>
                  <a:pt x="161925" y="47625"/>
                </a:lnTo>
                <a:cubicBezTo>
                  <a:pt x="161925" y="31849"/>
                  <a:pt x="149126" y="19050"/>
                  <a:pt x="133350" y="19050"/>
                </a:cubicBezTo>
                <a:lnTo>
                  <a:pt x="104775" y="19050"/>
                </a:lnTo>
                <a:lnTo>
                  <a:pt x="104775" y="0"/>
                </a:lnTo>
                <a:close/>
                <a:moveTo>
                  <a:pt x="47625" y="109537"/>
                </a:moveTo>
                <a:cubicBezTo>
                  <a:pt x="47625" y="105579"/>
                  <a:pt x="50810" y="102394"/>
                  <a:pt x="54769" y="102394"/>
                </a:cubicBezTo>
                <a:lnTo>
                  <a:pt x="64294" y="102394"/>
                </a:lnTo>
                <a:cubicBezTo>
                  <a:pt x="68253" y="102394"/>
                  <a:pt x="71438" y="105579"/>
                  <a:pt x="71438" y="109537"/>
                </a:cubicBezTo>
                <a:cubicBezTo>
                  <a:pt x="71438" y="113496"/>
                  <a:pt x="68253" y="116681"/>
                  <a:pt x="64294" y="116681"/>
                </a:cubicBezTo>
                <a:lnTo>
                  <a:pt x="54769" y="116681"/>
                </a:lnTo>
                <a:cubicBezTo>
                  <a:pt x="50810" y="116681"/>
                  <a:pt x="47625" y="113496"/>
                  <a:pt x="47625" y="109537"/>
                </a:cubicBezTo>
                <a:close/>
                <a:moveTo>
                  <a:pt x="83344" y="109537"/>
                </a:moveTo>
                <a:cubicBezTo>
                  <a:pt x="83344" y="105579"/>
                  <a:pt x="86529" y="102394"/>
                  <a:pt x="90488" y="102394"/>
                </a:cubicBezTo>
                <a:lnTo>
                  <a:pt x="100013" y="102394"/>
                </a:lnTo>
                <a:cubicBezTo>
                  <a:pt x="103971" y="102394"/>
                  <a:pt x="107156" y="105579"/>
                  <a:pt x="107156" y="109537"/>
                </a:cubicBezTo>
                <a:cubicBezTo>
                  <a:pt x="107156" y="113496"/>
                  <a:pt x="103971" y="116681"/>
                  <a:pt x="100013" y="116681"/>
                </a:cubicBezTo>
                <a:lnTo>
                  <a:pt x="90488" y="116681"/>
                </a:lnTo>
                <a:cubicBezTo>
                  <a:pt x="86529" y="116681"/>
                  <a:pt x="83344" y="113496"/>
                  <a:pt x="83344" y="109537"/>
                </a:cubicBezTo>
                <a:close/>
                <a:moveTo>
                  <a:pt x="119062" y="109537"/>
                </a:moveTo>
                <a:cubicBezTo>
                  <a:pt x="119062" y="105579"/>
                  <a:pt x="122247" y="102394"/>
                  <a:pt x="126206" y="102394"/>
                </a:cubicBezTo>
                <a:lnTo>
                  <a:pt x="135731" y="102394"/>
                </a:lnTo>
                <a:cubicBezTo>
                  <a:pt x="139690" y="102394"/>
                  <a:pt x="142875" y="105579"/>
                  <a:pt x="142875" y="109537"/>
                </a:cubicBezTo>
                <a:cubicBezTo>
                  <a:pt x="142875" y="113496"/>
                  <a:pt x="139690" y="116681"/>
                  <a:pt x="135731" y="116681"/>
                </a:cubicBezTo>
                <a:lnTo>
                  <a:pt x="126206" y="116681"/>
                </a:lnTo>
                <a:cubicBezTo>
                  <a:pt x="122247" y="116681"/>
                  <a:pt x="119062" y="113496"/>
                  <a:pt x="119062" y="109537"/>
                </a:cubicBezTo>
                <a:close/>
                <a:moveTo>
                  <a:pt x="66675" y="52388"/>
                </a:moveTo>
                <a:cubicBezTo>
                  <a:pt x="74560" y="52388"/>
                  <a:pt x="80962" y="58790"/>
                  <a:pt x="80962" y="66675"/>
                </a:cubicBezTo>
                <a:cubicBezTo>
                  <a:pt x="80962" y="74560"/>
                  <a:pt x="74560" y="80962"/>
                  <a:pt x="66675" y="80962"/>
                </a:cubicBezTo>
                <a:cubicBezTo>
                  <a:pt x="58790" y="80962"/>
                  <a:pt x="52388" y="74560"/>
                  <a:pt x="52388" y="66675"/>
                </a:cubicBezTo>
                <a:cubicBezTo>
                  <a:pt x="52388" y="58790"/>
                  <a:pt x="58790" y="52388"/>
                  <a:pt x="66675" y="52388"/>
                </a:cubicBezTo>
                <a:close/>
                <a:moveTo>
                  <a:pt x="109537" y="66675"/>
                </a:moveTo>
                <a:cubicBezTo>
                  <a:pt x="109537" y="58790"/>
                  <a:pt x="115940" y="52388"/>
                  <a:pt x="123825" y="52388"/>
                </a:cubicBezTo>
                <a:cubicBezTo>
                  <a:pt x="131710" y="52388"/>
                  <a:pt x="138113" y="58790"/>
                  <a:pt x="138113" y="66675"/>
                </a:cubicBezTo>
                <a:cubicBezTo>
                  <a:pt x="138113" y="74560"/>
                  <a:pt x="131710" y="80962"/>
                  <a:pt x="123825" y="80962"/>
                </a:cubicBezTo>
                <a:cubicBezTo>
                  <a:pt x="115940" y="80962"/>
                  <a:pt x="109537" y="74560"/>
                  <a:pt x="109537" y="66675"/>
                </a:cubicBezTo>
                <a:close/>
                <a:moveTo>
                  <a:pt x="19050" y="66675"/>
                </a:moveTo>
                <a:cubicBezTo>
                  <a:pt x="19050" y="61406"/>
                  <a:pt x="14794" y="57150"/>
                  <a:pt x="9525" y="57150"/>
                </a:cubicBezTo>
                <a:cubicBezTo>
                  <a:pt x="4256" y="57150"/>
                  <a:pt x="0" y="61406"/>
                  <a:pt x="0" y="66675"/>
                </a:cubicBezTo>
                <a:lnTo>
                  <a:pt x="0" y="95250"/>
                </a:lnTo>
                <a:cubicBezTo>
                  <a:pt x="0" y="100519"/>
                  <a:pt x="4256" y="104775"/>
                  <a:pt x="9525" y="104775"/>
                </a:cubicBezTo>
                <a:cubicBezTo>
                  <a:pt x="14794" y="104775"/>
                  <a:pt x="19050" y="100519"/>
                  <a:pt x="19050" y="95250"/>
                </a:cubicBezTo>
                <a:lnTo>
                  <a:pt x="19050" y="66675"/>
                </a:lnTo>
                <a:close/>
                <a:moveTo>
                  <a:pt x="180975" y="57150"/>
                </a:moveTo>
                <a:cubicBezTo>
                  <a:pt x="175706" y="57150"/>
                  <a:pt x="171450" y="61406"/>
                  <a:pt x="171450" y="66675"/>
                </a:cubicBezTo>
                <a:lnTo>
                  <a:pt x="171450" y="95250"/>
                </a:lnTo>
                <a:cubicBezTo>
                  <a:pt x="171450" y="100519"/>
                  <a:pt x="175706" y="104775"/>
                  <a:pt x="180975" y="104775"/>
                </a:cubicBezTo>
                <a:cubicBezTo>
                  <a:pt x="186244" y="104775"/>
                  <a:pt x="190500" y="100519"/>
                  <a:pt x="190500" y="95250"/>
                </a:cubicBezTo>
                <a:lnTo>
                  <a:pt x="190500" y="66675"/>
                </a:lnTo>
                <a:cubicBezTo>
                  <a:pt x="190500" y="61406"/>
                  <a:pt x="186244" y="57150"/>
                  <a:pt x="180975" y="57150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56" name="Text 53"/>
          <p:cNvSpPr/>
          <p:nvPr/>
        </p:nvSpPr>
        <p:spPr>
          <a:xfrm>
            <a:off x="11451167" y="3996855"/>
            <a:ext cx="12827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ML training scripts</a:t>
            </a:r>
            <a:endParaRPr lang="en-US" sz="1600"/>
          </a:p>
        </p:txBody>
      </p:sp>
      <p:sp>
        <p:nvSpPr>
          <p:cNvPr id="57" name="Shape 54"/>
          <p:cNvSpPr/>
          <p:nvPr/>
        </p:nvSpPr>
        <p:spPr>
          <a:xfrm>
            <a:off x="13355109" y="3988153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14300" y="152400"/>
                </a:moveTo>
                <a:lnTo>
                  <a:pt x="28575" y="152400"/>
                </a:lnTo>
                <a:cubicBezTo>
                  <a:pt x="12799" y="152400"/>
                  <a:pt x="0" y="139601"/>
                  <a:pt x="0" y="123825"/>
                </a:cubicBezTo>
                <a:lnTo>
                  <a:pt x="0" y="28575"/>
                </a:lnTo>
                <a:cubicBezTo>
                  <a:pt x="0" y="12799"/>
                  <a:pt x="12799" y="0"/>
                  <a:pt x="28575" y="0"/>
                </a:cubicBezTo>
                <a:lnTo>
                  <a:pt x="119062" y="0"/>
                </a:lnTo>
                <a:cubicBezTo>
                  <a:pt x="126950" y="0"/>
                  <a:pt x="133350" y="6400"/>
                  <a:pt x="133350" y="14288"/>
                </a:cubicBezTo>
                <a:lnTo>
                  <a:pt x="133350" y="100013"/>
                </a:lnTo>
                <a:cubicBezTo>
                  <a:pt x="133350" y="106234"/>
                  <a:pt x="129361" y="111532"/>
                  <a:pt x="123825" y="113496"/>
                </a:cubicBezTo>
                <a:lnTo>
                  <a:pt x="123825" y="133350"/>
                </a:lnTo>
                <a:cubicBezTo>
                  <a:pt x="129094" y="133350"/>
                  <a:pt x="133350" y="137606"/>
                  <a:pt x="133350" y="142875"/>
                </a:cubicBezTo>
                <a:cubicBezTo>
                  <a:pt x="133350" y="148144"/>
                  <a:pt x="129094" y="152400"/>
                  <a:pt x="123825" y="152400"/>
                </a:cubicBezTo>
                <a:lnTo>
                  <a:pt x="114300" y="152400"/>
                </a:lnTo>
                <a:close/>
                <a:moveTo>
                  <a:pt x="28575" y="114300"/>
                </a:moveTo>
                <a:cubicBezTo>
                  <a:pt x="23306" y="114300"/>
                  <a:pt x="19050" y="118556"/>
                  <a:pt x="19050" y="123825"/>
                </a:cubicBezTo>
                <a:cubicBezTo>
                  <a:pt x="19050" y="129094"/>
                  <a:pt x="23306" y="133350"/>
                  <a:pt x="28575" y="133350"/>
                </a:cubicBezTo>
                <a:lnTo>
                  <a:pt x="104775" y="133350"/>
                </a:lnTo>
                <a:lnTo>
                  <a:pt x="104775" y="114300"/>
                </a:lnTo>
                <a:lnTo>
                  <a:pt x="28575" y="114300"/>
                </a:lnTo>
                <a:close/>
                <a:moveTo>
                  <a:pt x="38100" y="45244"/>
                </a:moveTo>
                <a:cubicBezTo>
                  <a:pt x="38100" y="49203"/>
                  <a:pt x="41285" y="52388"/>
                  <a:pt x="45244" y="52388"/>
                </a:cubicBezTo>
                <a:lnTo>
                  <a:pt x="97631" y="52388"/>
                </a:lnTo>
                <a:cubicBezTo>
                  <a:pt x="101590" y="52388"/>
                  <a:pt x="104775" y="49203"/>
                  <a:pt x="104775" y="45244"/>
                </a:cubicBezTo>
                <a:cubicBezTo>
                  <a:pt x="104775" y="41285"/>
                  <a:pt x="101590" y="38100"/>
                  <a:pt x="97631" y="38100"/>
                </a:cubicBezTo>
                <a:lnTo>
                  <a:pt x="45244" y="38100"/>
                </a:lnTo>
                <a:cubicBezTo>
                  <a:pt x="41285" y="38100"/>
                  <a:pt x="38100" y="41285"/>
                  <a:pt x="38100" y="45244"/>
                </a:cubicBezTo>
                <a:close/>
                <a:moveTo>
                  <a:pt x="45244" y="66675"/>
                </a:moveTo>
                <a:cubicBezTo>
                  <a:pt x="41285" y="66675"/>
                  <a:pt x="38100" y="69860"/>
                  <a:pt x="38100" y="73819"/>
                </a:cubicBezTo>
                <a:cubicBezTo>
                  <a:pt x="38100" y="77778"/>
                  <a:pt x="41285" y="80962"/>
                  <a:pt x="45244" y="80962"/>
                </a:cubicBezTo>
                <a:lnTo>
                  <a:pt x="97631" y="80962"/>
                </a:lnTo>
                <a:cubicBezTo>
                  <a:pt x="101590" y="80962"/>
                  <a:pt x="104775" y="77778"/>
                  <a:pt x="104775" y="73819"/>
                </a:cubicBezTo>
                <a:cubicBezTo>
                  <a:pt x="104775" y="69860"/>
                  <a:pt x="101590" y="66675"/>
                  <a:pt x="97631" y="66675"/>
                </a:cubicBezTo>
                <a:lnTo>
                  <a:pt x="45244" y="66675"/>
                </a:ln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58" name="Text 55"/>
          <p:cNvSpPr/>
          <p:nvPr/>
        </p:nvSpPr>
        <p:spPr>
          <a:xfrm>
            <a:off x="13567834" y="3962753"/>
            <a:ext cx="1346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 documentation</a:t>
            </a:r>
            <a:endParaRPr lang="en-US" sz="1600"/>
          </a:p>
        </p:txBody>
      </p:sp>
      <p:sp>
        <p:nvSpPr>
          <p:cNvPr id="59" name="Shape 56"/>
          <p:cNvSpPr/>
          <p:nvPr/>
        </p:nvSpPr>
        <p:spPr>
          <a:xfrm>
            <a:off x="11057467" y="4622800"/>
            <a:ext cx="4483100" cy="1524000"/>
          </a:xfrm>
          <a:custGeom>
            <a:avLst/>
            <a:gdLst/>
            <a:ahLst/>
            <a:cxnLst/>
            <a:rect l="l" t="t" r="r" b="b"/>
            <a:pathLst>
              <a:path w="4483100" h="1524000">
                <a:moveTo>
                  <a:pt x="101605" y="0"/>
                </a:moveTo>
                <a:lnTo>
                  <a:pt x="4381495" y="0"/>
                </a:lnTo>
                <a:cubicBezTo>
                  <a:pt x="4437610" y="0"/>
                  <a:pt x="4483100" y="45490"/>
                  <a:pt x="4483100" y="101605"/>
                </a:cubicBezTo>
                <a:lnTo>
                  <a:pt x="4483100" y="1422395"/>
                </a:lnTo>
                <a:cubicBezTo>
                  <a:pt x="4483100" y="1478510"/>
                  <a:pt x="4437610" y="1524000"/>
                  <a:pt x="4381495" y="1524000"/>
                </a:cubicBezTo>
                <a:lnTo>
                  <a:pt x="101605" y="1524000"/>
                </a:lnTo>
                <a:cubicBezTo>
                  <a:pt x="45490" y="1524000"/>
                  <a:pt x="0" y="1478510"/>
                  <a:pt x="0" y="1422395"/>
                </a:cubicBezTo>
                <a:lnTo>
                  <a:pt x="0" y="101605"/>
                </a:lnTo>
                <a:cubicBezTo>
                  <a:pt x="0" y="45528"/>
                  <a:pt x="45528" y="0"/>
                  <a:pt x="101605" y="0"/>
                </a:cubicBezTo>
                <a:close/>
              </a:path>
            </a:pathLst>
          </a:custGeom>
          <a:solidFill>
            <a:srgbClr val="1A202C"/>
          </a:solidFill>
          <a:ln/>
        </p:spPr>
      </p:sp>
      <p:sp>
        <p:nvSpPr>
          <p:cNvPr id="60" name="Text 57"/>
          <p:cNvSpPr/>
          <p:nvPr/>
        </p:nvSpPr>
        <p:spPr>
          <a:xfrm>
            <a:off x="11209867" y="4775200"/>
            <a:ext cx="4267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Available Resources</a:t>
            </a:r>
            <a:endParaRPr lang="en-US" sz="1600"/>
          </a:p>
        </p:txBody>
      </p:sp>
      <p:sp>
        <p:nvSpPr>
          <p:cNvPr id="61" name="Shape 58"/>
          <p:cNvSpPr/>
          <p:nvPr/>
        </p:nvSpPr>
        <p:spPr>
          <a:xfrm>
            <a:off x="11257492" y="5168900"/>
            <a:ext cx="133350" cy="177800"/>
          </a:xfrm>
          <a:custGeom>
            <a:avLst/>
            <a:gdLst/>
            <a:ahLst/>
            <a:cxnLst/>
            <a:rect l="l" t="t" r="r" b="b"/>
            <a:pathLst>
              <a:path w="133350" h="177800">
                <a:moveTo>
                  <a:pt x="0" y="22225"/>
                </a:moveTo>
                <a:cubicBezTo>
                  <a:pt x="0" y="9967"/>
                  <a:pt x="9967" y="0"/>
                  <a:pt x="22225" y="0"/>
                </a:cubicBezTo>
                <a:lnTo>
                  <a:pt x="74141" y="0"/>
                </a:lnTo>
                <a:cubicBezTo>
                  <a:pt x="80045" y="0"/>
                  <a:pt x="85705" y="2327"/>
                  <a:pt x="89872" y="6494"/>
                </a:cubicBezTo>
                <a:lnTo>
                  <a:pt x="126856" y="43512"/>
                </a:lnTo>
                <a:cubicBezTo>
                  <a:pt x="131023" y="47680"/>
                  <a:pt x="133350" y="53340"/>
                  <a:pt x="133350" y="59244"/>
                </a:cubicBezTo>
                <a:lnTo>
                  <a:pt x="133350" y="155575"/>
                </a:lnTo>
                <a:cubicBezTo>
                  <a:pt x="133350" y="167833"/>
                  <a:pt x="123383" y="177800"/>
                  <a:pt x="111125" y="177800"/>
                </a:cubicBezTo>
                <a:lnTo>
                  <a:pt x="22225" y="177800"/>
                </a:lnTo>
                <a:cubicBezTo>
                  <a:pt x="9967" y="177800"/>
                  <a:pt x="0" y="167833"/>
                  <a:pt x="0" y="155575"/>
                </a:cubicBezTo>
                <a:lnTo>
                  <a:pt x="0" y="22225"/>
                </a:lnTo>
                <a:close/>
                <a:moveTo>
                  <a:pt x="72231" y="20315"/>
                </a:moveTo>
                <a:lnTo>
                  <a:pt x="72231" y="52784"/>
                </a:lnTo>
                <a:cubicBezTo>
                  <a:pt x="72231" y="57403"/>
                  <a:pt x="75947" y="61119"/>
                  <a:pt x="80566" y="61119"/>
                </a:cubicBezTo>
                <a:lnTo>
                  <a:pt x="113035" y="61119"/>
                </a:lnTo>
                <a:lnTo>
                  <a:pt x="72231" y="20315"/>
                </a:lnTo>
                <a:close/>
                <a:moveTo>
                  <a:pt x="41672" y="88900"/>
                </a:moveTo>
                <a:cubicBezTo>
                  <a:pt x="37053" y="88900"/>
                  <a:pt x="33337" y="92616"/>
                  <a:pt x="33337" y="97234"/>
                </a:cubicBezTo>
                <a:cubicBezTo>
                  <a:pt x="33337" y="101853"/>
                  <a:pt x="37053" y="105569"/>
                  <a:pt x="41672" y="105569"/>
                </a:cubicBezTo>
                <a:lnTo>
                  <a:pt x="91678" y="105569"/>
                </a:lnTo>
                <a:cubicBezTo>
                  <a:pt x="96297" y="105569"/>
                  <a:pt x="100013" y="101853"/>
                  <a:pt x="100013" y="97234"/>
                </a:cubicBezTo>
                <a:cubicBezTo>
                  <a:pt x="100013" y="92616"/>
                  <a:pt x="96297" y="88900"/>
                  <a:pt x="91678" y="88900"/>
                </a:cubicBezTo>
                <a:lnTo>
                  <a:pt x="41672" y="88900"/>
                </a:lnTo>
                <a:close/>
                <a:moveTo>
                  <a:pt x="41672" y="122238"/>
                </a:moveTo>
                <a:cubicBezTo>
                  <a:pt x="37053" y="122238"/>
                  <a:pt x="33337" y="125953"/>
                  <a:pt x="33337" y="130572"/>
                </a:cubicBezTo>
                <a:cubicBezTo>
                  <a:pt x="33337" y="135191"/>
                  <a:pt x="37053" y="138906"/>
                  <a:pt x="41672" y="138906"/>
                </a:cubicBezTo>
                <a:lnTo>
                  <a:pt x="91678" y="138906"/>
                </a:lnTo>
                <a:cubicBezTo>
                  <a:pt x="96297" y="138906"/>
                  <a:pt x="100013" y="135191"/>
                  <a:pt x="100013" y="130572"/>
                </a:cubicBezTo>
                <a:cubicBezTo>
                  <a:pt x="100013" y="125953"/>
                  <a:pt x="96297" y="122238"/>
                  <a:pt x="91678" y="122238"/>
                </a:cubicBezTo>
                <a:lnTo>
                  <a:pt x="41672" y="122238"/>
                </a:ln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62" name="Text 59"/>
          <p:cNvSpPr/>
          <p:nvPr/>
        </p:nvSpPr>
        <p:spPr>
          <a:xfrm>
            <a:off x="11533717" y="5130800"/>
            <a:ext cx="2552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README with setup instructions</a:t>
            </a:r>
            <a:endParaRPr lang="en-US" sz="1600"/>
          </a:p>
        </p:txBody>
      </p:sp>
      <p:sp>
        <p:nvSpPr>
          <p:cNvPr id="63" name="Shape 60"/>
          <p:cNvSpPr/>
          <p:nvPr/>
        </p:nvSpPr>
        <p:spPr>
          <a:xfrm>
            <a:off x="11246379" y="5473700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33350" y="177800"/>
                </a:moveTo>
                <a:lnTo>
                  <a:pt x="33337" y="177800"/>
                </a:lnTo>
                <a:cubicBezTo>
                  <a:pt x="14932" y="177800"/>
                  <a:pt x="0" y="162868"/>
                  <a:pt x="0" y="144463"/>
                </a:cubicBezTo>
                <a:lnTo>
                  <a:pt x="0" y="33337"/>
                </a:lnTo>
                <a:cubicBezTo>
                  <a:pt x="0" y="14932"/>
                  <a:pt x="14932" y="0"/>
                  <a:pt x="33337" y="0"/>
                </a:cubicBezTo>
                <a:lnTo>
                  <a:pt x="138906" y="0"/>
                </a:lnTo>
                <a:cubicBezTo>
                  <a:pt x="148109" y="0"/>
                  <a:pt x="155575" y="7466"/>
                  <a:pt x="155575" y="16669"/>
                </a:cubicBezTo>
                <a:lnTo>
                  <a:pt x="155575" y="116681"/>
                </a:lnTo>
                <a:cubicBezTo>
                  <a:pt x="155575" y="123939"/>
                  <a:pt x="150922" y="130120"/>
                  <a:pt x="144463" y="132412"/>
                </a:cubicBezTo>
                <a:lnTo>
                  <a:pt x="144463" y="155575"/>
                </a:lnTo>
                <a:cubicBezTo>
                  <a:pt x="150609" y="155575"/>
                  <a:pt x="155575" y="160541"/>
                  <a:pt x="155575" y="166688"/>
                </a:cubicBezTo>
                <a:cubicBezTo>
                  <a:pt x="155575" y="172834"/>
                  <a:pt x="150609" y="177800"/>
                  <a:pt x="144463" y="177800"/>
                </a:cubicBezTo>
                <a:lnTo>
                  <a:pt x="133350" y="177800"/>
                </a:lnTo>
                <a:close/>
                <a:moveTo>
                  <a:pt x="33337" y="133350"/>
                </a:moveTo>
                <a:cubicBezTo>
                  <a:pt x="27191" y="133350"/>
                  <a:pt x="22225" y="138316"/>
                  <a:pt x="22225" y="144463"/>
                </a:cubicBezTo>
                <a:cubicBezTo>
                  <a:pt x="22225" y="150609"/>
                  <a:pt x="27191" y="155575"/>
                  <a:pt x="33337" y="155575"/>
                </a:cubicBezTo>
                <a:lnTo>
                  <a:pt x="122238" y="155575"/>
                </a:lnTo>
                <a:lnTo>
                  <a:pt x="122238" y="133350"/>
                </a:lnTo>
                <a:lnTo>
                  <a:pt x="33337" y="133350"/>
                </a:lnTo>
                <a:close/>
                <a:moveTo>
                  <a:pt x="44450" y="52784"/>
                </a:moveTo>
                <a:cubicBezTo>
                  <a:pt x="44450" y="57403"/>
                  <a:pt x="48166" y="61119"/>
                  <a:pt x="52784" y="61119"/>
                </a:cubicBezTo>
                <a:lnTo>
                  <a:pt x="113903" y="61119"/>
                </a:lnTo>
                <a:cubicBezTo>
                  <a:pt x="118522" y="61119"/>
                  <a:pt x="122238" y="57403"/>
                  <a:pt x="122238" y="52784"/>
                </a:cubicBezTo>
                <a:cubicBezTo>
                  <a:pt x="122238" y="48166"/>
                  <a:pt x="118522" y="44450"/>
                  <a:pt x="113903" y="44450"/>
                </a:cubicBezTo>
                <a:lnTo>
                  <a:pt x="52784" y="44450"/>
                </a:lnTo>
                <a:cubicBezTo>
                  <a:pt x="48166" y="44450"/>
                  <a:pt x="44450" y="48166"/>
                  <a:pt x="44450" y="52784"/>
                </a:cubicBezTo>
                <a:close/>
                <a:moveTo>
                  <a:pt x="52784" y="77788"/>
                </a:moveTo>
                <a:cubicBezTo>
                  <a:pt x="48166" y="77788"/>
                  <a:pt x="44450" y="81503"/>
                  <a:pt x="44450" y="86122"/>
                </a:cubicBezTo>
                <a:cubicBezTo>
                  <a:pt x="44450" y="90741"/>
                  <a:pt x="48166" y="94456"/>
                  <a:pt x="52784" y="94456"/>
                </a:cubicBezTo>
                <a:lnTo>
                  <a:pt x="113903" y="94456"/>
                </a:lnTo>
                <a:cubicBezTo>
                  <a:pt x="118522" y="94456"/>
                  <a:pt x="122238" y="90741"/>
                  <a:pt x="122238" y="86122"/>
                </a:cubicBezTo>
                <a:cubicBezTo>
                  <a:pt x="122238" y="81503"/>
                  <a:pt x="118522" y="77788"/>
                  <a:pt x="113903" y="77788"/>
                </a:cubicBezTo>
                <a:lnTo>
                  <a:pt x="52784" y="77788"/>
                </a:ln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64" name="Text 61"/>
          <p:cNvSpPr/>
          <p:nvPr/>
        </p:nvSpPr>
        <p:spPr>
          <a:xfrm>
            <a:off x="11533717" y="5435600"/>
            <a:ext cx="158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Deployment guides</a:t>
            </a:r>
            <a:endParaRPr lang="en-US" sz="1600"/>
          </a:p>
        </p:txBody>
      </p:sp>
      <p:sp>
        <p:nvSpPr>
          <p:cNvPr id="65" name="Shape 62"/>
          <p:cNvSpPr/>
          <p:nvPr/>
        </p:nvSpPr>
        <p:spPr>
          <a:xfrm>
            <a:off x="11224154" y="5778500"/>
            <a:ext cx="200025" cy="177800"/>
          </a:xfrm>
          <a:custGeom>
            <a:avLst/>
            <a:gdLst/>
            <a:ahLst/>
            <a:cxnLst/>
            <a:rect l="l" t="t" r="r" b="b"/>
            <a:pathLst>
              <a:path w="200025" h="177800">
                <a:moveTo>
                  <a:pt x="33337" y="22225"/>
                </a:moveTo>
                <a:cubicBezTo>
                  <a:pt x="21079" y="22225"/>
                  <a:pt x="11112" y="32192"/>
                  <a:pt x="11112" y="44450"/>
                </a:cubicBezTo>
                <a:lnTo>
                  <a:pt x="11112" y="133350"/>
                </a:lnTo>
                <a:cubicBezTo>
                  <a:pt x="11112" y="145608"/>
                  <a:pt x="21079" y="155575"/>
                  <a:pt x="33337" y="155575"/>
                </a:cubicBezTo>
                <a:lnTo>
                  <a:pt x="122238" y="155575"/>
                </a:lnTo>
                <a:cubicBezTo>
                  <a:pt x="134496" y="155575"/>
                  <a:pt x="144463" y="145608"/>
                  <a:pt x="144463" y="133350"/>
                </a:cubicBezTo>
                <a:lnTo>
                  <a:pt x="144463" y="44450"/>
                </a:lnTo>
                <a:cubicBezTo>
                  <a:pt x="144463" y="32192"/>
                  <a:pt x="134496" y="22225"/>
                  <a:pt x="122238" y="22225"/>
                </a:cubicBezTo>
                <a:lnTo>
                  <a:pt x="33337" y="22225"/>
                </a:lnTo>
                <a:close/>
                <a:moveTo>
                  <a:pt x="161131" y="116681"/>
                </a:moveTo>
                <a:lnTo>
                  <a:pt x="186655" y="137100"/>
                </a:lnTo>
                <a:cubicBezTo>
                  <a:pt x="188114" y="138281"/>
                  <a:pt x="189920" y="138906"/>
                  <a:pt x="191795" y="138906"/>
                </a:cubicBezTo>
                <a:cubicBezTo>
                  <a:pt x="196344" y="138906"/>
                  <a:pt x="200025" y="135225"/>
                  <a:pt x="200025" y="130676"/>
                </a:cubicBezTo>
                <a:lnTo>
                  <a:pt x="200025" y="47124"/>
                </a:lnTo>
                <a:cubicBezTo>
                  <a:pt x="200025" y="42575"/>
                  <a:pt x="196344" y="38894"/>
                  <a:pt x="191795" y="38894"/>
                </a:cubicBezTo>
                <a:cubicBezTo>
                  <a:pt x="189920" y="38894"/>
                  <a:pt x="188114" y="39519"/>
                  <a:pt x="186655" y="40700"/>
                </a:cubicBezTo>
                <a:lnTo>
                  <a:pt x="161131" y="61119"/>
                </a:lnTo>
                <a:lnTo>
                  <a:pt x="161131" y="116681"/>
                </a:ln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66" name="Text 63"/>
          <p:cNvSpPr/>
          <p:nvPr/>
        </p:nvSpPr>
        <p:spPr>
          <a:xfrm>
            <a:off x="11533717" y="5740400"/>
            <a:ext cx="1104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Demo videos</a:t>
            </a:r>
            <a:endParaRPr lang="en-US" sz="1600"/>
          </a:p>
        </p:txBody>
      </p:sp>
      <p:sp>
        <p:nvSpPr>
          <p:cNvPr id="67" name="Shape 64"/>
          <p:cNvSpPr/>
          <p:nvPr/>
        </p:nvSpPr>
        <p:spPr>
          <a:xfrm>
            <a:off x="514350" y="6788150"/>
            <a:ext cx="15227300" cy="1841500"/>
          </a:xfrm>
          <a:custGeom>
            <a:avLst/>
            <a:gdLst/>
            <a:ahLst/>
            <a:cxnLst/>
            <a:rect l="l" t="t" r="r" b="b"/>
            <a:pathLst>
              <a:path w="15227300" h="1841500">
                <a:moveTo>
                  <a:pt x="152403" y="0"/>
                </a:moveTo>
                <a:lnTo>
                  <a:pt x="15074897" y="0"/>
                </a:lnTo>
                <a:cubicBezTo>
                  <a:pt x="15159067" y="0"/>
                  <a:pt x="15227300" y="68233"/>
                  <a:pt x="15227300" y="152403"/>
                </a:cubicBezTo>
                <a:lnTo>
                  <a:pt x="15227300" y="1689097"/>
                </a:lnTo>
                <a:cubicBezTo>
                  <a:pt x="15227300" y="1773267"/>
                  <a:pt x="15159067" y="1841500"/>
                  <a:pt x="15074897" y="1841500"/>
                </a:cubicBezTo>
                <a:lnTo>
                  <a:pt x="152403" y="1841500"/>
                </a:lnTo>
                <a:cubicBezTo>
                  <a:pt x="68233" y="1841500"/>
                  <a:pt x="0" y="1773267"/>
                  <a:pt x="0" y="1689097"/>
                </a:cubicBezTo>
                <a:lnTo>
                  <a:pt x="0" y="152403"/>
                </a:lnTo>
                <a:cubicBezTo>
                  <a:pt x="0" y="68289"/>
                  <a:pt x="68289" y="0"/>
                  <a:pt x="152403" y="0"/>
                </a:cubicBezTo>
                <a:close/>
              </a:path>
            </a:pathLst>
          </a:custGeom>
          <a:solidFill>
            <a:srgbClr val="2D3748">
              <a:alpha val="80000"/>
            </a:srgbClr>
          </a:solidFill>
          <a:ln w="12700">
            <a:solidFill>
              <a:srgbClr val="4FD1C5">
                <a:alpha val="30196"/>
              </a:srgbClr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723900" y="73025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/>
        </p:spPr>
      </p:sp>
      <p:sp>
        <p:nvSpPr>
          <p:cNvPr id="69" name="Shape 66"/>
          <p:cNvSpPr/>
          <p:nvPr/>
        </p:nvSpPr>
        <p:spPr>
          <a:xfrm>
            <a:off x="942975" y="75184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381000"/>
                </a:moveTo>
                <a:cubicBezTo>
                  <a:pt x="295640" y="381000"/>
                  <a:pt x="381000" y="295640"/>
                  <a:pt x="381000" y="190500"/>
                </a:cubicBezTo>
                <a:cubicBezTo>
                  <a:pt x="381000" y="85360"/>
                  <a:pt x="295640" y="0"/>
                  <a:pt x="190500" y="0"/>
                </a:cubicBezTo>
                <a:cubicBezTo>
                  <a:pt x="85360" y="0"/>
                  <a:pt x="0" y="85360"/>
                  <a:pt x="0" y="190500"/>
                </a:cubicBezTo>
                <a:cubicBezTo>
                  <a:pt x="0" y="295640"/>
                  <a:pt x="85360" y="381000"/>
                  <a:pt x="190500" y="381000"/>
                </a:cubicBezTo>
                <a:close/>
                <a:moveTo>
                  <a:pt x="190500" y="130969"/>
                </a:moveTo>
                <a:cubicBezTo>
                  <a:pt x="177329" y="130969"/>
                  <a:pt x="166688" y="141610"/>
                  <a:pt x="166688" y="154781"/>
                </a:cubicBezTo>
                <a:cubicBezTo>
                  <a:pt x="166688" y="164678"/>
                  <a:pt x="158725" y="172641"/>
                  <a:pt x="148828" y="172641"/>
                </a:cubicBezTo>
                <a:cubicBezTo>
                  <a:pt x="138931" y="172641"/>
                  <a:pt x="130969" y="164678"/>
                  <a:pt x="130969" y="154781"/>
                </a:cubicBezTo>
                <a:cubicBezTo>
                  <a:pt x="130969" y="121890"/>
                  <a:pt x="157609" y="95250"/>
                  <a:pt x="190500" y="95250"/>
                </a:cubicBezTo>
                <a:cubicBezTo>
                  <a:pt x="223391" y="95250"/>
                  <a:pt x="250031" y="121890"/>
                  <a:pt x="250031" y="154781"/>
                </a:cubicBezTo>
                <a:cubicBezTo>
                  <a:pt x="250031" y="189905"/>
                  <a:pt x="223242" y="204787"/>
                  <a:pt x="208359" y="210220"/>
                </a:cubicBezTo>
                <a:lnTo>
                  <a:pt x="208359" y="213047"/>
                </a:lnTo>
                <a:cubicBezTo>
                  <a:pt x="208359" y="222945"/>
                  <a:pt x="200397" y="230907"/>
                  <a:pt x="190500" y="230907"/>
                </a:cubicBezTo>
                <a:cubicBezTo>
                  <a:pt x="180603" y="230907"/>
                  <a:pt x="172641" y="222945"/>
                  <a:pt x="172641" y="213047"/>
                </a:cubicBezTo>
                <a:lnTo>
                  <a:pt x="172641" y="207020"/>
                </a:lnTo>
                <a:cubicBezTo>
                  <a:pt x="172641" y="191765"/>
                  <a:pt x="183654" y="180826"/>
                  <a:pt x="195039" y="177105"/>
                </a:cubicBezTo>
                <a:cubicBezTo>
                  <a:pt x="199802" y="175543"/>
                  <a:pt x="204862" y="173013"/>
                  <a:pt x="208583" y="169441"/>
                </a:cubicBezTo>
                <a:cubicBezTo>
                  <a:pt x="211782" y="166315"/>
                  <a:pt x="214313" y="161999"/>
                  <a:pt x="214313" y="154856"/>
                </a:cubicBezTo>
                <a:cubicBezTo>
                  <a:pt x="214313" y="141684"/>
                  <a:pt x="203671" y="131043"/>
                  <a:pt x="190500" y="131043"/>
                </a:cubicBezTo>
                <a:close/>
                <a:moveTo>
                  <a:pt x="166688" y="273844"/>
                </a:moveTo>
                <a:cubicBezTo>
                  <a:pt x="166688" y="260701"/>
                  <a:pt x="177358" y="250031"/>
                  <a:pt x="190500" y="250031"/>
                </a:cubicBezTo>
                <a:cubicBezTo>
                  <a:pt x="203642" y="250031"/>
                  <a:pt x="214313" y="260701"/>
                  <a:pt x="214313" y="273844"/>
                </a:cubicBezTo>
                <a:cubicBezTo>
                  <a:pt x="214313" y="286986"/>
                  <a:pt x="203642" y="297656"/>
                  <a:pt x="190500" y="297656"/>
                </a:cubicBezTo>
                <a:cubicBezTo>
                  <a:pt x="177358" y="297656"/>
                  <a:pt x="166688" y="286986"/>
                  <a:pt x="166688" y="273844"/>
                </a:cubicBezTo>
                <a:close/>
              </a:path>
            </a:pathLst>
          </a:custGeom>
          <a:solidFill>
            <a:srgbClr val="4FD1C5"/>
          </a:solidFill>
          <a:ln/>
        </p:spPr>
      </p:sp>
      <p:sp>
        <p:nvSpPr>
          <p:cNvPr id="70" name="Text 67"/>
          <p:cNvSpPr/>
          <p:nvPr/>
        </p:nvSpPr>
        <p:spPr>
          <a:xfrm>
            <a:off x="1739900" y="7099300"/>
            <a:ext cx="82931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Questions &amp; Discussion</a:t>
            </a:r>
            <a:endParaRPr lang="en-US" sz="1600"/>
          </a:p>
        </p:txBody>
      </p:sp>
      <p:sp>
        <p:nvSpPr>
          <p:cNvPr id="71" name="Text 68"/>
          <p:cNvSpPr/>
          <p:nvPr/>
        </p:nvSpPr>
        <p:spPr>
          <a:xfrm>
            <a:off x="1739900" y="7607300"/>
            <a:ext cx="8255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I'm happy to discuss: </a:t>
            </a:r>
            <a:r>
              <a:rPr lang="en-US" sz="1800">
                <a:solidFill>
                  <a:srgbClr val="4FD1C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 decisions</a:t>
            </a:r>
            <a:r>
              <a:rPr lang="en-US" sz="180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• </a:t>
            </a:r>
            <a:r>
              <a:rPr lang="en-US" sz="1800">
                <a:solidFill>
                  <a:srgbClr val="4FD1C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 tuning</a:t>
            </a:r>
            <a:r>
              <a:rPr lang="en-US" sz="180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• </a:t>
            </a:r>
            <a:r>
              <a:rPr lang="en-US" sz="1800">
                <a:solidFill>
                  <a:srgbClr val="4FD1C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Deployment challenges</a:t>
            </a:r>
            <a:r>
              <a:rPr lang="en-US" sz="180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• </a:t>
            </a:r>
            <a:r>
              <a:rPr lang="en-US" sz="1800">
                <a:solidFill>
                  <a:srgbClr val="4FD1C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pipeline design</a:t>
            </a:r>
            <a:r>
              <a:rPr lang="en-US" sz="180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• </a:t>
            </a:r>
            <a:r>
              <a:rPr lang="en-US" sz="1800">
                <a:solidFill>
                  <a:srgbClr val="4FD1C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Cloud optimization</a:t>
            </a:r>
            <a:endParaRPr lang="en-US" sz="1600"/>
          </a:p>
        </p:txBody>
      </p:sp>
      <p:sp>
        <p:nvSpPr>
          <p:cNvPr id="72" name="Text 69"/>
          <p:cNvSpPr/>
          <p:nvPr/>
        </p:nvSpPr>
        <p:spPr>
          <a:xfrm>
            <a:off x="9275072" y="7057750"/>
            <a:ext cx="563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3000" b="1" dirty="0">
                <a:solidFill>
                  <a:srgbClr val="4FD1C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Thank You!</a:t>
            </a:r>
            <a:endParaRPr lang="en-US" sz="1600" dirty="0"/>
          </a:p>
        </p:txBody>
      </p:sp>
      <p:sp>
        <p:nvSpPr>
          <p:cNvPr id="73" name="Text 70"/>
          <p:cNvSpPr/>
          <p:nvPr/>
        </p:nvSpPr>
        <p:spPr>
          <a:xfrm>
            <a:off x="8682689" y="7733312"/>
            <a:ext cx="5549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dirty="0">
                <a:hlinkClick r:id="rId4"/>
              </a:rPr>
              <a:t>kbakhtiyaris</a:t>
            </a:r>
            <a:endParaRPr lang="en-US"/>
          </a:p>
          <a:p>
            <a:pPr algn="r">
              <a:lnSpc>
                <a:spcPct val="130000"/>
              </a:lnSpc>
            </a:pPr>
            <a:endParaRPr lang="en-US" sz="1600" dirty="0">
              <a:solidFill>
                <a:srgbClr val="A0AEC0"/>
              </a:solidFill>
              <a:latin typeface="Quattrocento Sans"/>
              <a:ea typeface="Calibri"/>
              <a:cs typeface="Calibri"/>
            </a:endParaRPr>
          </a:p>
        </p:txBody>
      </p:sp>
      <p:sp>
        <p:nvSpPr>
          <p:cNvPr id="74" name="Text 71"/>
          <p:cNvSpPr/>
          <p:nvPr/>
        </p:nvSpPr>
        <p:spPr>
          <a:xfrm>
            <a:off x="9988465" y="7954255"/>
            <a:ext cx="5549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dirty="0">
                <a:hlinkClick r:id="rId5"/>
              </a:rPr>
              <a:t>mazenibrahem2001-cloud</a:t>
            </a:r>
            <a:endParaRPr lang="en-US"/>
          </a:p>
          <a:p>
            <a:pPr algn="r">
              <a:lnSpc>
                <a:spcPct val="130000"/>
              </a:lnSpc>
            </a:pPr>
            <a:endParaRPr lang="en-US" sz="1600" dirty="0">
              <a:solidFill>
                <a:srgbClr val="A0AEC0"/>
              </a:solidFill>
              <a:latin typeface="Quattrocento Sans"/>
            </a:endParaRPr>
          </a:p>
        </p:txBody>
      </p:sp>
      <p:sp>
        <p:nvSpPr>
          <p:cNvPr id="75" name="Text 72"/>
          <p:cNvSpPr/>
          <p:nvPr/>
        </p:nvSpPr>
        <p:spPr>
          <a:xfrm>
            <a:off x="9030006" y="8181233"/>
            <a:ext cx="5549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dirty="0">
                <a:hlinkClick r:id="rId6"/>
              </a:rPr>
              <a:t>CodeBreaker-03</a:t>
            </a:r>
            <a:endParaRPr lang="en-US"/>
          </a:p>
          <a:p>
            <a:pPr algn="r">
              <a:lnSpc>
                <a:spcPct val="130000"/>
              </a:lnSpc>
            </a:pPr>
            <a:endParaRPr lang="en-US" sz="1600" dirty="0">
              <a:solidFill>
                <a:srgbClr val="A0AEC0"/>
              </a:solidFill>
              <a:latin typeface="Quattrocento Sans"/>
            </a:endParaRPr>
          </a:p>
        </p:txBody>
      </p:sp>
      <p:sp>
        <p:nvSpPr>
          <p:cNvPr id="76" name="Text 47">
            <a:extLst>
              <a:ext uri="{FF2B5EF4-FFF2-40B4-BE49-F238E27FC236}">
                <a16:creationId xmlns:a16="http://schemas.microsoft.com/office/drawing/2014/main" id="{D1298CE3-130D-67A3-D720-0EC1DA70E0CF}"/>
              </a:ext>
            </a:extLst>
          </p:cNvPr>
          <p:cNvSpPr/>
          <p:nvPr/>
        </p:nvSpPr>
        <p:spPr>
          <a:xfrm>
            <a:off x="11228272" y="3423064"/>
            <a:ext cx="4279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err="1">
                <a:solidFill>
                  <a:srgbClr val="4FD1C5"/>
                </a:solidFill>
                <a:latin typeface="Quattrocento Sans"/>
              </a:rPr>
              <a:t>Khudbakhtiyariqbalsofi.vercel.app</a:t>
            </a:r>
            <a:endParaRPr lang="en-US" err="1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11</Slides>
  <Notes>8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Global Climate Data IoT Platform</dc:title>
  <dc:subject>Global Climate Data IoT Platform</dc:subject>
  <dc:creator>Kimi</dc:creator>
  <cp:revision>39</cp:revision>
  <dcterms:created xsi:type="dcterms:W3CDTF">2025-12-25T12:23:54Z</dcterms:created>
  <dcterms:modified xsi:type="dcterms:W3CDTF">2025-12-25T21:56:18Z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{"Label":"Global Climate Data IoT Platform","ContentProducer":"001191110108MACG2KBH8F10000","ProduceID":"19b55761-7962-8101-8000-00008f3cbaa8","ReservedCode1":"","ContentPropagator":"001191110108MACG2KBH8F20000","PropagateID":"19b55761-7962-8101-8000-00008f3cbaa8","ReservedCode2":""}</vt:lpwstr>
  </property>
</Properties>
</file>